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442" r:id="rId2"/>
    <p:sldId id="448" r:id="rId3"/>
    <p:sldId id="443" r:id="rId4"/>
    <p:sldId id="444" r:id="rId5"/>
    <p:sldId id="450" r:id="rId6"/>
    <p:sldId id="447" r:id="rId7"/>
    <p:sldId id="452" r:id="rId8"/>
    <p:sldId id="45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ert van Geest" initials="GvG" lastIdx="1" clrIdx="0">
    <p:extLst>
      <p:ext uri="{19B8F6BF-5375-455C-9EA6-DF929625EA0E}">
        <p15:presenceInfo xmlns:p15="http://schemas.microsoft.com/office/powerpoint/2012/main" userId="Geert van Gees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99EB"/>
    <a:srgbClr val="DB5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2D2AEB-1E58-C02D-5EBF-75627E002C4F}" v="82" dt="2026-04-08T07:36:48.3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Stijl, lich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696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drille Duchemin" userId="S::wandrille.duchemin@sib.swiss::596953ca-d0e7-4045-97a9-2ed7b88fab1e" providerId="AD" clId="Web-{142D2AEB-1E58-C02D-5EBF-75627E002C4F}"/>
    <pc:docChg chg="modSld">
      <pc:chgData name="Wandrille Duchemin" userId="S::wandrille.duchemin@sib.swiss::596953ca-d0e7-4045-97a9-2ed7b88fab1e" providerId="AD" clId="Web-{142D2AEB-1E58-C02D-5EBF-75627E002C4F}" dt="2026-04-08T07:36:48.365" v="81" actId="20577"/>
      <pc:docMkLst>
        <pc:docMk/>
      </pc:docMkLst>
      <pc:sldChg chg="modSp">
        <pc:chgData name="Wandrille Duchemin" userId="S::wandrille.duchemin@sib.swiss::596953ca-d0e7-4045-97a9-2ed7b88fab1e" providerId="AD" clId="Web-{142D2AEB-1E58-C02D-5EBF-75627E002C4F}" dt="2026-04-08T07:13:58.043" v="14" actId="20577"/>
        <pc:sldMkLst>
          <pc:docMk/>
          <pc:sldMk cId="4094329666" sldId="442"/>
        </pc:sldMkLst>
        <pc:spChg chg="mod">
          <ac:chgData name="Wandrille Duchemin" userId="S::wandrille.duchemin@sib.swiss::596953ca-d0e7-4045-97a9-2ed7b88fab1e" providerId="AD" clId="Web-{142D2AEB-1E58-C02D-5EBF-75627E002C4F}" dt="2026-04-08T07:13:58.043" v="14" actId="20577"/>
          <ac:spMkLst>
            <pc:docMk/>
            <pc:sldMk cId="4094329666" sldId="442"/>
            <ac:spMk id="2" creationId="{00000000-0000-0000-0000-000000000000}"/>
          </ac:spMkLst>
        </pc:spChg>
      </pc:sldChg>
      <pc:sldChg chg="modSp">
        <pc:chgData name="Wandrille Duchemin" userId="S::wandrille.duchemin@sib.swiss::596953ca-d0e7-4045-97a9-2ed7b88fab1e" providerId="AD" clId="Web-{142D2AEB-1E58-C02D-5EBF-75627E002C4F}" dt="2026-04-08T07:15:46.231" v="49" actId="20577"/>
        <pc:sldMkLst>
          <pc:docMk/>
          <pc:sldMk cId="2685696867" sldId="447"/>
        </pc:sldMkLst>
        <pc:spChg chg="mod">
          <ac:chgData name="Wandrille Duchemin" userId="S::wandrille.duchemin@sib.swiss::596953ca-d0e7-4045-97a9-2ed7b88fab1e" providerId="AD" clId="Web-{142D2AEB-1E58-C02D-5EBF-75627E002C4F}" dt="2026-04-08T07:15:46.231" v="49" actId="20577"/>
          <ac:spMkLst>
            <pc:docMk/>
            <pc:sldMk cId="2685696867" sldId="447"/>
            <ac:spMk id="3" creationId="{BAF8EBFE-3038-8444-B0AE-476829618A06}"/>
          </ac:spMkLst>
        </pc:spChg>
      </pc:sldChg>
      <pc:sldChg chg="modSp">
        <pc:chgData name="Wandrille Duchemin" userId="S::wandrille.duchemin@sib.swiss::596953ca-d0e7-4045-97a9-2ed7b88fab1e" providerId="AD" clId="Web-{142D2AEB-1E58-C02D-5EBF-75627E002C4F}" dt="2026-04-08T07:15:15.216" v="48" actId="20577"/>
        <pc:sldMkLst>
          <pc:docMk/>
          <pc:sldMk cId="642318377" sldId="448"/>
        </pc:sldMkLst>
        <pc:spChg chg="mod">
          <ac:chgData name="Wandrille Duchemin" userId="S::wandrille.duchemin@sib.swiss::596953ca-d0e7-4045-97a9-2ed7b88fab1e" providerId="AD" clId="Web-{142D2AEB-1E58-C02D-5EBF-75627E002C4F}" dt="2026-04-08T07:15:15.216" v="48" actId="20577"/>
          <ac:spMkLst>
            <pc:docMk/>
            <pc:sldMk cId="642318377" sldId="448"/>
            <ac:spMk id="3" creationId="{22E830ED-EF08-4A48-BD56-80452D84F983}"/>
          </ac:spMkLst>
        </pc:spChg>
      </pc:sldChg>
      <pc:sldChg chg="modSp">
        <pc:chgData name="Wandrille Duchemin" userId="S::wandrille.duchemin@sib.swiss::596953ca-d0e7-4045-97a9-2ed7b88fab1e" providerId="AD" clId="Web-{142D2AEB-1E58-C02D-5EBF-75627E002C4F}" dt="2026-04-08T07:36:48.365" v="81" actId="20577"/>
        <pc:sldMkLst>
          <pc:docMk/>
          <pc:sldMk cId="2286767765" sldId="450"/>
        </pc:sldMkLst>
        <pc:spChg chg="mod">
          <ac:chgData name="Wandrille Duchemin" userId="S::wandrille.duchemin@sib.swiss::596953ca-d0e7-4045-97a9-2ed7b88fab1e" providerId="AD" clId="Web-{142D2AEB-1E58-C02D-5EBF-75627E002C4F}" dt="2026-04-08T07:36:48.365" v="81" actId="20577"/>
          <ac:spMkLst>
            <pc:docMk/>
            <pc:sldMk cId="2286767765" sldId="450"/>
            <ac:spMk id="2" creationId="{286699AC-4ECC-B643-BDC8-2E3B806CA02A}"/>
          </ac:spMkLst>
        </pc:spChg>
      </pc:sldChg>
      <pc:sldChg chg="addSp delSp modSp delAnim">
        <pc:chgData name="Wandrille Duchemin" userId="S::wandrille.duchemin@sib.swiss::596953ca-d0e7-4045-97a9-2ed7b88fab1e" providerId="AD" clId="Web-{142D2AEB-1E58-C02D-5EBF-75627E002C4F}" dt="2026-04-08T07:17:52.294" v="78" actId="20577"/>
        <pc:sldMkLst>
          <pc:docMk/>
          <pc:sldMk cId="1020410057" sldId="452"/>
        </pc:sldMkLst>
        <pc:spChg chg="mod">
          <ac:chgData name="Wandrille Duchemin" userId="S::wandrille.duchemin@sib.swiss::596953ca-d0e7-4045-97a9-2ed7b88fab1e" providerId="AD" clId="Web-{142D2AEB-1E58-C02D-5EBF-75627E002C4F}" dt="2026-04-08T07:17:52.294" v="78" actId="20577"/>
          <ac:spMkLst>
            <pc:docMk/>
            <pc:sldMk cId="1020410057" sldId="452"/>
            <ac:spMk id="3" creationId="{9743375B-EF7C-8149-8E57-51490483F82B}"/>
          </ac:spMkLst>
        </pc:spChg>
        <pc:spChg chg="add mod">
          <ac:chgData name="Wandrille Duchemin" userId="S::wandrille.duchemin@sib.swiss::596953ca-d0e7-4045-97a9-2ed7b88fab1e" providerId="AD" clId="Web-{142D2AEB-1E58-C02D-5EBF-75627E002C4F}" dt="2026-04-08T07:17:40.091" v="75"/>
          <ac:spMkLst>
            <pc:docMk/>
            <pc:sldMk cId="1020410057" sldId="452"/>
            <ac:spMk id="5" creationId="{1A2270CF-C371-D2C9-9323-235D2CDE5836}"/>
          </ac:spMkLst>
        </pc:spChg>
        <pc:picChg chg="del">
          <ac:chgData name="Wandrille Duchemin" userId="S::wandrille.duchemin@sib.swiss::596953ca-d0e7-4045-97a9-2ed7b88fab1e" providerId="AD" clId="Web-{142D2AEB-1E58-C02D-5EBF-75627E002C4F}" dt="2026-04-08T07:16:27.325" v="55"/>
          <ac:picMkLst>
            <pc:docMk/>
            <pc:sldMk cId="1020410057" sldId="452"/>
            <ac:picMk id="6" creationId="{0691BF0B-82BF-204D-9B48-DBCC841C221A}"/>
          </ac:picMkLst>
        </pc:picChg>
        <pc:picChg chg="del">
          <ac:chgData name="Wandrille Duchemin" userId="S::wandrille.duchemin@sib.swiss::596953ca-d0e7-4045-97a9-2ed7b88fab1e" providerId="AD" clId="Web-{142D2AEB-1E58-C02D-5EBF-75627E002C4F}" dt="2026-04-08T07:16:26.435" v="54"/>
          <ac:picMkLst>
            <pc:docMk/>
            <pc:sldMk cId="1020410057" sldId="452"/>
            <ac:picMk id="14" creationId="{A323C9B2-5C5A-1A48-971B-25BA28B3A31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DEC89-0886-420E-BA80-019B54138DC0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69826-3F6A-4D3F-89A3-ED6A12A088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253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69826-3F6A-4D3F-89A3-ED6A12A0882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782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0746-0CDE-4074-BDE5-E623F7146983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132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E43D9-9064-4F11-9875-3DC42457D86C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726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713F-5FE2-4DC7-A660-466F25E4EAED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476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83AA8-1775-46AE-88D7-871ABB959436}" type="datetime1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715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81AF8-1EB4-4CCB-BAD6-D5824E8F7DDC}" type="datetime1">
              <a:rPr lang="en-GB" smtClean="0"/>
              <a:t>08/04/2026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38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F14D-29EE-4785-B586-2D7AC2C36860}" type="datetime1">
              <a:rPr lang="en-GB" smtClean="0"/>
              <a:t>08/04/2026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615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30A99-36EB-4660-8947-15D8E10E490E}" type="datetime1">
              <a:rPr lang="en-GB" smtClean="0"/>
              <a:t>08/04/2026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626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B993D-33E3-484B-97CE-88461009D7BB}" type="datetime1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241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AFE4C-1BFC-4B5D-A48B-D19CBF206252}" type="datetime1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67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A398-4A14-4452-B35F-7EA90DD56283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7613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5B57-DD6C-4DD3-A370-C9B21AE60DC8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795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94E0E-2BC3-44B2-B96D-B63459DB3886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13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194" y="1131999"/>
            <a:ext cx="7878156" cy="4000546"/>
          </a:xfrm>
        </p:spPr>
        <p:txBody>
          <a:bodyPr>
            <a:noAutofit/>
          </a:bodyPr>
          <a:lstStyle/>
          <a:p>
            <a:r>
              <a:rPr lang="en-GB" b="1" dirty="0"/>
              <a:t>NGS – variant analysis</a:t>
            </a:r>
            <a:br>
              <a:rPr lang="en-GB" b="1" dirty="0"/>
            </a:br>
            <a:br>
              <a:rPr lang="en-GB" b="1" dirty="0"/>
            </a:br>
            <a:br>
              <a:rPr lang="en-GB" b="1" dirty="0"/>
            </a:br>
            <a:r>
              <a:rPr lang="en-GB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Wandrille Duchemin</a:t>
            </a:r>
            <a:br>
              <a:rPr lang="en-GB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sciCORE</a:t>
            </a:r>
            <a:r>
              <a:rPr lang="en-GB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cluster, </a:t>
            </a:r>
            <a:r>
              <a:rPr lang="en-GB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Unibas</a:t>
            </a:r>
            <a:br>
              <a:rPr lang="en-GB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Training group, SIB</a:t>
            </a:r>
            <a:br>
              <a:rPr lang="en-GB" b="1" dirty="0"/>
            </a:br>
            <a:endParaRPr lang="en-GB" b="1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4329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F9790D-58F7-0147-AC3E-78362C68D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Organization</a:t>
            </a:r>
            <a:r>
              <a:rPr lang="nl-NL" dirty="0"/>
              <a:t>/Teachers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2E830ED-EF08-4A48-BD56-80452D84F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761330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b="1" dirty="0"/>
          </a:p>
          <a:p>
            <a:r>
              <a:rPr lang="en-US" b="1"/>
              <a:t>Valeria Di Cola</a:t>
            </a:r>
            <a:r>
              <a:rPr lang="nl-NL" b="1"/>
              <a:t>:</a:t>
            </a:r>
            <a:r>
              <a:rPr lang="nl-NL" dirty="0"/>
              <a:t> </a:t>
            </a:r>
            <a:r>
              <a:rPr lang="nl-NL" err="1"/>
              <a:t>Coordination</a:t>
            </a:r>
            <a:endParaRPr lang="nl-NL">
              <a:ea typeface="Verdana"/>
            </a:endParaRPr>
          </a:p>
          <a:p>
            <a:r>
              <a:rPr lang="nl-NL" b="1"/>
              <a:t>Wandrille Duchemin: </a:t>
            </a:r>
            <a:r>
              <a:rPr lang="nl-NL"/>
              <a:t>Training</a:t>
            </a:r>
            <a:endParaRPr lang="nl-NL" dirty="0">
              <a:ea typeface="Verdana"/>
            </a:endParaRPr>
          </a:p>
          <a:p>
            <a:r>
              <a:rPr lang="nl-NL" b="1"/>
              <a:t>Geert van Geest: </a:t>
            </a:r>
            <a:r>
              <a:rPr lang="nl-NL"/>
              <a:t>Author of most of this material. Training coordinator at SIB</a:t>
            </a:r>
            <a:endParaRPr lang="nl-NL">
              <a:ea typeface="Verdana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9378E90-A149-AE43-A839-A9A0D30D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2318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9ABA0-60B9-E249-BC86-910D9E6F9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2485E-A5D2-BA49-B747-349E66C9F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Understand important </a:t>
            </a:r>
            <a:r>
              <a:rPr lang="en-GB" b="1" dirty="0"/>
              <a:t>aspects</a:t>
            </a:r>
            <a:r>
              <a:rPr lang="en-GB" dirty="0"/>
              <a:t> of </a:t>
            </a:r>
            <a:r>
              <a:rPr lang="en-GB" b="1" dirty="0"/>
              <a:t>NGS</a:t>
            </a:r>
            <a:r>
              <a:rPr lang="en-GB" dirty="0"/>
              <a:t> and read </a:t>
            </a:r>
            <a:r>
              <a:rPr lang="en-GB" b="1" dirty="0"/>
              <a:t>alignment</a:t>
            </a:r>
            <a:r>
              <a:rPr lang="en-GB" dirty="0"/>
              <a:t> for variant analysis</a:t>
            </a:r>
            <a:endParaRPr lang="en-GB" b="1" dirty="0"/>
          </a:p>
          <a:p>
            <a:r>
              <a:rPr lang="en-GB" b="1" dirty="0"/>
              <a:t>Perform</a:t>
            </a:r>
            <a:r>
              <a:rPr lang="en-GB" dirty="0"/>
              <a:t> a read </a:t>
            </a:r>
            <a:r>
              <a:rPr lang="en-GB" b="1" dirty="0"/>
              <a:t>alignment</a:t>
            </a:r>
            <a:r>
              <a:rPr lang="en-GB" dirty="0"/>
              <a:t> ready for variant analysis</a:t>
            </a:r>
          </a:p>
          <a:p>
            <a:r>
              <a:rPr lang="en-GB" b="1" dirty="0"/>
              <a:t>Perform</a:t>
            </a:r>
            <a:r>
              <a:rPr lang="en-GB" dirty="0"/>
              <a:t> </a:t>
            </a:r>
            <a:r>
              <a:rPr lang="en-GB" b="1" dirty="0"/>
              <a:t>variant</a:t>
            </a:r>
            <a:r>
              <a:rPr lang="en-GB" dirty="0"/>
              <a:t> </a:t>
            </a:r>
            <a:r>
              <a:rPr lang="en-GB" b="1" dirty="0"/>
              <a:t>calling</a:t>
            </a:r>
            <a:r>
              <a:rPr lang="en-GB" dirty="0"/>
              <a:t> according to </a:t>
            </a:r>
            <a:r>
              <a:rPr lang="en-GB" b="1" dirty="0"/>
              <a:t>GATK</a:t>
            </a:r>
            <a:r>
              <a:rPr lang="en-GB" dirty="0"/>
              <a:t> best practices</a:t>
            </a:r>
          </a:p>
          <a:p>
            <a:r>
              <a:rPr lang="en-GB" b="1" dirty="0"/>
              <a:t>Perform</a:t>
            </a:r>
            <a:r>
              <a:rPr lang="en-GB" dirty="0"/>
              <a:t> a variant </a:t>
            </a:r>
            <a:r>
              <a:rPr lang="en-GB" b="1" dirty="0"/>
              <a:t>annotation</a:t>
            </a:r>
          </a:p>
          <a:p>
            <a:pPr marL="0" indent="0">
              <a:buNone/>
            </a:pP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D400B-741E-9143-B58A-A313B9768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146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A4282-C219-BA4C-8623-E7836A45D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Learning experiences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A07A9-4EB7-384D-8B52-836D7BDDB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Lectures</a:t>
            </a:r>
          </a:p>
          <a:p>
            <a:r>
              <a:rPr lang="en-CH" dirty="0"/>
              <a:t>Quiz questions</a:t>
            </a:r>
          </a:p>
          <a:p>
            <a:r>
              <a:rPr lang="en-CH" dirty="0"/>
              <a:t>Exercises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350D7-FC64-9549-BC22-D1102EC09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5929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699AC-4ECC-B643-BDC8-2E3B806CA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Questions 1-3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CAD11-21D4-CF43-A954-D0554E4C7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46A16-8B7D-F541-8F9F-F4407C9B7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767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F1076-9A1A-1F4B-B8FF-E1FE06453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8EBFE-3038-8444-B0AE-476829618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CH" dirty="0"/>
              <a:t>Course website: </a:t>
            </a:r>
          </a:p>
          <a:p>
            <a:pPr marL="0" indent="0">
              <a:buNone/>
            </a:pPr>
            <a:r>
              <a:rPr lang="en-GB" sz="2200" dirty="0">
                <a:solidFill>
                  <a:schemeClr val="accent1"/>
                </a:solidFill>
              </a:rPr>
              <a:t>https://sib-</a:t>
            </a:r>
            <a:r>
              <a:rPr lang="en-GB" sz="2200" dirty="0" err="1">
                <a:solidFill>
                  <a:schemeClr val="accent1"/>
                </a:solidFill>
              </a:rPr>
              <a:t>swiss.github.io</a:t>
            </a:r>
            <a:r>
              <a:rPr lang="en-GB" sz="2200" dirty="0">
                <a:solidFill>
                  <a:schemeClr val="accent1"/>
                </a:solidFill>
              </a:rPr>
              <a:t>/NGS-variants-training/</a:t>
            </a:r>
            <a:endParaRPr lang="en-CH" sz="2200" dirty="0">
              <a:solidFill>
                <a:schemeClr val="accent1"/>
              </a:solidFill>
            </a:endParaRPr>
          </a:p>
          <a:p>
            <a:endParaRPr lang="en-CH" dirty="0">
              <a:ea typeface="Verdan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CB98C-ACB4-9A4E-BE99-C8A2BF1FD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5696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D07CB-1638-7E4F-8DA7-89BD8800A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Asking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3375B-EF7C-8149-8E57-51490483F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50209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During lectures: raise hand and talk</a:t>
            </a:r>
            <a:endParaRPr lang="en-US">
              <a:solidFill>
                <a:srgbClr val="2E75B6"/>
              </a:solidFill>
            </a:endParaRPr>
          </a:p>
          <a:p>
            <a:endParaRPr lang="en-GB" dirty="0"/>
          </a:p>
          <a:p>
            <a:r>
              <a:rPr lang="en-GB"/>
              <a:t>During exercises: </a:t>
            </a:r>
          </a:p>
          <a:p>
            <a:pPr marL="457200" lvl="1" indent="0">
              <a:buNone/>
            </a:pPr>
            <a:endParaRPr lang="en-GB" dirty="0">
              <a:ea typeface="Verdana"/>
            </a:endParaRPr>
          </a:p>
          <a:p>
            <a:pPr marL="457200" lvl="1" indent="0">
              <a:buNone/>
            </a:pPr>
            <a:r>
              <a:rPr lang="en-GB" dirty="0">
                <a:ea typeface="Verdana"/>
              </a:rPr>
              <a:t> </a:t>
            </a:r>
            <a:r>
              <a:rPr lang="en-GB">
                <a:ea typeface="Verdana"/>
              </a:rPr>
              <a:t>raise hand   OR </a:t>
            </a:r>
            <a:endParaRPr lang="en-GB" dirty="0">
              <a:ea typeface="Verdan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DBB9D-F551-B741-B336-AA59C75F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5021" y="5145389"/>
            <a:ext cx="2057400" cy="365125"/>
          </a:xfrm>
        </p:spPr>
        <p:txBody>
          <a:bodyPr/>
          <a:lstStyle/>
          <a:p>
            <a:fld id="{A981FFD7-BD89-4AAB-A8FF-0A6846053A87}" type="slidenum">
              <a:rPr lang="en-GB" smtClean="0"/>
              <a:t>7</a:t>
            </a:fld>
            <a:endParaRPr lang="en-GB"/>
          </a:p>
        </p:txBody>
      </p:sp>
      <p:sp>
        <p:nvSpPr>
          <p:cNvPr id="5" name="Rectangle: Single Corner Snipped 4">
            <a:extLst>
              <a:ext uri="{FF2B5EF4-FFF2-40B4-BE49-F238E27FC236}">
                <a16:creationId xmlns:a16="http://schemas.microsoft.com/office/drawing/2014/main" id="{1A2270CF-C371-D2C9-9323-235D2CDE5836}"/>
              </a:ext>
            </a:extLst>
          </p:cNvPr>
          <p:cNvSpPr/>
          <p:nvPr/>
        </p:nvSpPr>
        <p:spPr>
          <a:xfrm>
            <a:off x="4166558" y="3614467"/>
            <a:ext cx="1837426" cy="1268083"/>
          </a:xfrm>
          <a:prstGeom prst="snip1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410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6C3AC-5390-7456-21C6-BE941D4AF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Introductions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24685-F6F5-756D-758A-9F26DEE7C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Current job/study</a:t>
            </a:r>
          </a:p>
          <a:p>
            <a:r>
              <a:rPr lang="en-CH" dirty="0"/>
              <a:t>What you would like to learn during this course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96F6B-9A17-A346-FA81-B61E7746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35757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1319</TotalTime>
  <Words>140</Words>
  <Application>Microsoft Office PowerPoint</Application>
  <PresentationFormat>On-screen Show (4:3)</PresentationFormat>
  <Paragraphs>35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Kantoorthema</vt:lpstr>
      <vt:lpstr>NGS – variant analysis   Wandrille Duchemin sciCORE cluster, Unibas Training group, SIB </vt:lpstr>
      <vt:lpstr>Organization/Teachers</vt:lpstr>
      <vt:lpstr>Learning outcomes</vt:lpstr>
      <vt:lpstr>Learning experiences</vt:lpstr>
      <vt:lpstr>Questions 1-3</vt:lpstr>
      <vt:lpstr>Communication</vt:lpstr>
      <vt:lpstr>Asking questions</vt:lpstr>
      <vt:lpstr>Introductions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Molecular breeding for postharvest performance in chrysanthemum</dc:title>
  <dc:creator>Geert van Geest</dc:creator>
  <cp:lastModifiedBy>Geert vanGeest</cp:lastModifiedBy>
  <cp:revision>475</cp:revision>
  <dcterms:created xsi:type="dcterms:W3CDTF">2016-03-03T14:17:47Z</dcterms:created>
  <dcterms:modified xsi:type="dcterms:W3CDTF">2026-04-08T07:36:57Z</dcterms:modified>
</cp:coreProperties>
</file>