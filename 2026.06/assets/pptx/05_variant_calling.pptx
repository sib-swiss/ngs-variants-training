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442" r:id="rId2"/>
    <p:sldId id="479" r:id="rId3"/>
    <p:sldId id="454" r:id="rId4"/>
    <p:sldId id="481" r:id="rId5"/>
    <p:sldId id="487" r:id="rId6"/>
    <p:sldId id="474" r:id="rId7"/>
    <p:sldId id="489" r:id="rId8"/>
    <p:sldId id="490" r:id="rId9"/>
    <p:sldId id="488" r:id="rId10"/>
    <p:sldId id="475" r:id="rId11"/>
    <p:sldId id="466" r:id="rId12"/>
    <p:sldId id="470" r:id="rId13"/>
    <p:sldId id="471" r:id="rId14"/>
    <p:sldId id="477" r:id="rId15"/>
    <p:sldId id="465" r:id="rId16"/>
    <p:sldId id="480" r:id="rId17"/>
    <p:sldId id="483" r:id="rId18"/>
    <p:sldId id="478" r:id="rId19"/>
    <p:sldId id="464" r:id="rId20"/>
    <p:sldId id="473" r:id="rId21"/>
    <p:sldId id="485" r:id="rId22"/>
    <p:sldId id="486" r:id="rId23"/>
    <p:sldId id="461" r:id="rId24"/>
    <p:sldId id="484" r:id="rId25"/>
    <p:sldId id="456" r:id="rId26"/>
    <p:sldId id="457" r:id="rId27"/>
    <p:sldId id="458" r:id="rId28"/>
    <p:sldId id="462" r:id="rId29"/>
    <p:sldId id="459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ert van Geest" initials="GvG" lastIdx="1" clrIdx="0">
    <p:extLst>
      <p:ext uri="{19B8F6BF-5375-455C-9EA6-DF929625EA0E}">
        <p15:presenceInfo xmlns:p15="http://schemas.microsoft.com/office/powerpoint/2012/main" userId="Geert van Gees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8235"/>
    <a:srgbClr val="E7E6E6"/>
    <a:srgbClr val="E999EB"/>
    <a:srgbClr val="DB5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CFEBFB-0D9E-83C9-6D0D-FB3CE7061DE0}" v="161" dt="2026-04-09T09:08:27.9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ijl, lich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285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704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drille Duchemin" userId="S::wandrille.duchemin@sib.swiss::596953ca-d0e7-4045-97a9-2ed7b88fab1e" providerId="AD" clId="Web-{41CFEBFB-0D9E-83C9-6D0D-FB3CE7061DE0}"/>
    <pc:docChg chg="addSld modSld">
      <pc:chgData name="Wandrille Duchemin" userId="S::wandrille.duchemin@sib.swiss::596953ca-d0e7-4045-97a9-2ed7b88fab1e" providerId="AD" clId="Web-{41CFEBFB-0D9E-83C9-6D0D-FB3CE7061DE0}" dt="2026-04-09T09:08:27.953" v="109" actId="20577"/>
      <pc:docMkLst>
        <pc:docMk/>
      </pc:docMkLst>
      <pc:sldChg chg="modSp">
        <pc:chgData name="Wandrille Duchemin" userId="S::wandrille.duchemin@sib.swiss::596953ca-d0e7-4045-97a9-2ed7b88fab1e" providerId="AD" clId="Web-{41CFEBFB-0D9E-83C9-6D0D-FB3CE7061DE0}" dt="2026-04-08T14:01:25.184" v="40" actId="20577"/>
        <pc:sldMkLst>
          <pc:docMk/>
          <pc:sldMk cId="4243192144" sldId="457"/>
        </pc:sldMkLst>
        <pc:spChg chg="mod">
          <ac:chgData name="Wandrille Duchemin" userId="S::wandrille.duchemin@sib.swiss::596953ca-d0e7-4045-97a9-2ed7b88fab1e" providerId="AD" clId="Web-{41CFEBFB-0D9E-83C9-6D0D-FB3CE7061DE0}" dt="2026-04-08T14:01:25.184" v="40" actId="20577"/>
          <ac:spMkLst>
            <pc:docMk/>
            <pc:sldMk cId="4243192144" sldId="457"/>
            <ac:spMk id="2" creationId="{C4487EE9-A8CE-904E-8F2F-B5157E3803E1}"/>
          </ac:spMkLst>
        </pc:spChg>
      </pc:sldChg>
      <pc:sldChg chg="modSp">
        <pc:chgData name="Wandrille Duchemin" userId="S::wandrille.duchemin@sib.swiss::596953ca-d0e7-4045-97a9-2ed7b88fab1e" providerId="AD" clId="Web-{41CFEBFB-0D9E-83C9-6D0D-FB3CE7061DE0}" dt="2026-04-09T09:08:27.953" v="109" actId="20577"/>
        <pc:sldMkLst>
          <pc:docMk/>
          <pc:sldMk cId="3835437436" sldId="458"/>
        </pc:sldMkLst>
        <pc:spChg chg="mod">
          <ac:chgData name="Wandrille Duchemin" userId="S::wandrille.duchemin@sib.swiss::596953ca-d0e7-4045-97a9-2ed7b88fab1e" providerId="AD" clId="Web-{41CFEBFB-0D9E-83C9-6D0D-FB3CE7061DE0}" dt="2026-04-09T09:08:27.953" v="109" actId="20577"/>
          <ac:spMkLst>
            <pc:docMk/>
            <pc:sldMk cId="3835437436" sldId="458"/>
            <ac:spMk id="3" creationId="{BE1C937F-92F3-244F-B7C5-BDD1A714B617}"/>
          </ac:spMkLst>
        </pc:spChg>
      </pc:sldChg>
      <pc:sldChg chg="delSp modSp delAnim">
        <pc:chgData name="Wandrille Duchemin" userId="S::wandrille.duchemin@sib.swiss::596953ca-d0e7-4045-97a9-2ed7b88fab1e" providerId="AD" clId="Web-{41CFEBFB-0D9E-83C9-6D0D-FB3CE7061DE0}" dt="2026-04-09T09:03:04.109" v="108"/>
        <pc:sldMkLst>
          <pc:docMk/>
          <pc:sldMk cId="1105232306" sldId="461"/>
        </pc:sldMkLst>
        <pc:spChg chg="mod">
          <ac:chgData name="Wandrille Duchemin" userId="S::wandrille.duchemin@sib.swiss::596953ca-d0e7-4045-97a9-2ed7b88fab1e" providerId="AD" clId="Web-{41CFEBFB-0D9E-83C9-6D0D-FB3CE7061DE0}" dt="2026-04-09T09:00:29.688" v="91" actId="20577"/>
          <ac:spMkLst>
            <pc:docMk/>
            <pc:sldMk cId="1105232306" sldId="461"/>
            <ac:spMk id="15" creationId="{494D2192-08BD-8048-B655-36F3DEEAB508}"/>
          </ac:spMkLst>
        </pc:spChg>
        <pc:spChg chg="mod">
          <ac:chgData name="Wandrille Duchemin" userId="S::wandrille.duchemin@sib.swiss::596953ca-d0e7-4045-97a9-2ed7b88fab1e" providerId="AD" clId="Web-{41CFEBFB-0D9E-83C9-6D0D-FB3CE7061DE0}" dt="2026-04-09T09:01:19.391" v="97" actId="20577"/>
          <ac:spMkLst>
            <pc:docMk/>
            <pc:sldMk cId="1105232306" sldId="461"/>
            <ac:spMk id="16" creationId="{547A4ED4-A642-D047-8AF3-4CCFFCE0C677}"/>
          </ac:spMkLst>
        </pc:spChg>
        <pc:spChg chg="mod">
          <ac:chgData name="Wandrille Duchemin" userId="S::wandrille.duchemin@sib.swiss::596953ca-d0e7-4045-97a9-2ed7b88fab1e" providerId="AD" clId="Web-{41CFEBFB-0D9E-83C9-6D0D-FB3CE7061DE0}" dt="2026-04-09T09:02:46.078" v="100" actId="1076"/>
          <ac:spMkLst>
            <pc:docMk/>
            <pc:sldMk cId="1105232306" sldId="461"/>
            <ac:spMk id="17" creationId="{D7B46363-269C-6240-9A29-21F41A6DAAD7}"/>
          </ac:spMkLst>
        </pc:spChg>
        <pc:spChg chg="mod">
          <ac:chgData name="Wandrille Duchemin" userId="S::wandrille.duchemin@sib.swiss::596953ca-d0e7-4045-97a9-2ed7b88fab1e" providerId="AD" clId="Web-{41CFEBFB-0D9E-83C9-6D0D-FB3CE7061DE0}" dt="2026-04-09T09:03:01.781" v="104" actId="1076"/>
          <ac:spMkLst>
            <pc:docMk/>
            <pc:sldMk cId="1105232306" sldId="461"/>
            <ac:spMk id="18" creationId="{E82BD120-2EF0-CB4B-BA62-1452981620B0}"/>
          </ac:spMkLst>
        </pc:spChg>
        <pc:spChg chg="mod">
          <ac:chgData name="Wandrille Duchemin" userId="S::wandrille.duchemin@sib.swiss::596953ca-d0e7-4045-97a9-2ed7b88fab1e" providerId="AD" clId="Web-{41CFEBFB-0D9E-83C9-6D0D-FB3CE7061DE0}" dt="2026-04-09T09:03:01.797" v="105" actId="1076"/>
          <ac:spMkLst>
            <pc:docMk/>
            <pc:sldMk cId="1105232306" sldId="461"/>
            <ac:spMk id="19" creationId="{07B9982F-161C-7A45-AB5F-D61630422E74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9T09:03:04.109" v="108"/>
          <ac:spMkLst>
            <pc:docMk/>
            <pc:sldMk cId="1105232306" sldId="461"/>
            <ac:spMk id="20" creationId="{FA68FB4A-3597-2D46-AC17-62FE503917E0}"/>
          </ac:spMkLst>
        </pc:spChg>
        <pc:cxnChg chg="mod">
          <ac:chgData name="Wandrille Duchemin" userId="S::wandrille.duchemin@sib.swiss::596953ca-d0e7-4045-97a9-2ed7b88fab1e" providerId="AD" clId="Web-{41CFEBFB-0D9E-83C9-6D0D-FB3CE7061DE0}" dt="2026-04-09T09:02:46.078" v="101" actId="1076"/>
          <ac:cxnSpMkLst>
            <pc:docMk/>
            <pc:sldMk cId="1105232306" sldId="461"/>
            <ac:cxnSpMk id="21" creationId="{A6F73021-4F91-1047-AF26-7E1D8D4C326D}"/>
          </ac:cxnSpMkLst>
        </pc:cxnChg>
        <pc:cxnChg chg="mod">
          <ac:chgData name="Wandrille Duchemin" userId="S::wandrille.duchemin@sib.swiss::596953ca-d0e7-4045-97a9-2ed7b88fab1e" providerId="AD" clId="Web-{41CFEBFB-0D9E-83C9-6D0D-FB3CE7061DE0}" dt="2026-04-09T09:03:01.812" v="106" actId="1076"/>
          <ac:cxnSpMkLst>
            <pc:docMk/>
            <pc:sldMk cId="1105232306" sldId="461"/>
            <ac:cxnSpMk id="22" creationId="{18297F88-1470-9F48-BE93-1B783DFDEFAA}"/>
          </ac:cxnSpMkLst>
        </pc:cxnChg>
        <pc:cxnChg chg="mod">
          <ac:chgData name="Wandrille Duchemin" userId="S::wandrille.duchemin@sib.swiss::596953ca-d0e7-4045-97a9-2ed7b88fab1e" providerId="AD" clId="Web-{41CFEBFB-0D9E-83C9-6D0D-FB3CE7061DE0}" dt="2026-04-09T09:03:01.812" v="107" actId="1076"/>
          <ac:cxnSpMkLst>
            <pc:docMk/>
            <pc:sldMk cId="1105232306" sldId="461"/>
            <ac:cxnSpMk id="23" creationId="{F83A813F-6176-4A43-A731-184445566881}"/>
          </ac:cxnSpMkLst>
        </pc:cxnChg>
      </pc:sldChg>
      <pc:sldChg chg="modSp">
        <pc:chgData name="Wandrille Duchemin" userId="S::wandrille.duchemin@sib.swiss::596953ca-d0e7-4045-97a9-2ed7b88fab1e" providerId="AD" clId="Web-{41CFEBFB-0D9E-83C9-6D0D-FB3CE7061DE0}" dt="2026-04-08T13:25:12.566" v="33" actId="20577"/>
        <pc:sldMkLst>
          <pc:docMk/>
          <pc:sldMk cId="1862382221" sldId="470"/>
        </pc:sldMkLst>
        <pc:spChg chg="mod">
          <ac:chgData name="Wandrille Duchemin" userId="S::wandrille.duchemin@sib.swiss::596953ca-d0e7-4045-97a9-2ed7b88fab1e" providerId="AD" clId="Web-{41CFEBFB-0D9E-83C9-6D0D-FB3CE7061DE0}" dt="2026-04-08T13:25:12.566" v="33" actId="20577"/>
          <ac:spMkLst>
            <pc:docMk/>
            <pc:sldMk cId="1862382221" sldId="470"/>
            <ac:spMk id="2" creationId="{71F7BDF5-6D9D-884B-A281-FB18F0A52D22}"/>
          </ac:spMkLst>
        </pc:spChg>
      </pc:sldChg>
      <pc:sldChg chg="modSp">
        <pc:chgData name="Wandrille Duchemin" userId="S::wandrille.duchemin@sib.swiss::596953ca-d0e7-4045-97a9-2ed7b88fab1e" providerId="AD" clId="Web-{41CFEBFB-0D9E-83C9-6D0D-FB3CE7061DE0}" dt="2026-04-08T13:27:56.066" v="34" actId="20577"/>
        <pc:sldMkLst>
          <pc:docMk/>
          <pc:sldMk cId="1524230911" sldId="471"/>
        </pc:sldMkLst>
        <pc:spChg chg="mod">
          <ac:chgData name="Wandrille Duchemin" userId="S::wandrille.duchemin@sib.swiss::596953ca-d0e7-4045-97a9-2ed7b88fab1e" providerId="AD" clId="Web-{41CFEBFB-0D9E-83C9-6D0D-FB3CE7061DE0}" dt="2026-04-08T13:27:56.066" v="34" actId="20577"/>
          <ac:spMkLst>
            <pc:docMk/>
            <pc:sldMk cId="1524230911" sldId="471"/>
            <ac:spMk id="26" creationId="{7ABD612F-05A9-B145-89FD-A65FAA9E5944}"/>
          </ac:spMkLst>
        </pc:spChg>
      </pc:sldChg>
      <pc:sldChg chg="delSp modSp delAnim">
        <pc:chgData name="Wandrille Duchemin" userId="S::wandrille.duchemin@sib.swiss::596953ca-d0e7-4045-97a9-2ed7b88fab1e" providerId="AD" clId="Web-{41CFEBFB-0D9E-83C9-6D0D-FB3CE7061DE0}" dt="2026-04-08T13:23:17.347" v="17"/>
        <pc:sldMkLst>
          <pc:docMk/>
          <pc:sldMk cId="161460333" sldId="474"/>
        </pc:sldMkLst>
        <pc:spChg chg="del">
          <ac:chgData name="Wandrille Duchemin" userId="S::wandrille.duchemin@sib.swiss::596953ca-d0e7-4045-97a9-2ed7b88fab1e" providerId="AD" clId="Web-{41CFEBFB-0D9E-83C9-6D0D-FB3CE7061DE0}" dt="2026-04-08T13:23:17.347" v="17"/>
          <ac:spMkLst>
            <pc:docMk/>
            <pc:sldMk cId="161460333" sldId="474"/>
            <ac:spMk id="75" creationId="{D641A85E-23D3-4A45-8C3B-F13818B1AA3E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17.347" v="16"/>
          <ac:spMkLst>
            <pc:docMk/>
            <pc:sldMk cId="161460333" sldId="474"/>
            <ac:spMk id="76" creationId="{36BA1F97-6FC8-B54F-A954-31DB34EE140A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17.331" v="15"/>
          <ac:spMkLst>
            <pc:docMk/>
            <pc:sldMk cId="161460333" sldId="474"/>
            <ac:spMk id="77" creationId="{4270539E-DDA5-D94B-99BB-3666AE342D16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17.331" v="14"/>
          <ac:spMkLst>
            <pc:docMk/>
            <pc:sldMk cId="161460333" sldId="474"/>
            <ac:spMk id="78" creationId="{04A78659-8CDA-D549-A877-63AEE89C9088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17.331" v="13"/>
          <ac:spMkLst>
            <pc:docMk/>
            <pc:sldMk cId="161460333" sldId="474"/>
            <ac:spMk id="109" creationId="{8E1EBEDB-0C7D-EB4A-B8F3-D89E8B9FF20B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17.315" v="9"/>
          <ac:spMkLst>
            <pc:docMk/>
            <pc:sldMk cId="161460333" sldId="474"/>
            <ac:spMk id="124" creationId="{4DCB8650-0AE2-FE48-9D01-DA9A85C81547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17.315" v="8"/>
          <ac:spMkLst>
            <pc:docMk/>
            <pc:sldMk cId="161460333" sldId="474"/>
            <ac:spMk id="125" creationId="{5A835C77-22B6-CF4C-A22F-FA6005009836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17.315" v="7"/>
          <ac:spMkLst>
            <pc:docMk/>
            <pc:sldMk cId="161460333" sldId="474"/>
            <ac:spMk id="138" creationId="{BF818697-4BF4-9D41-8BA5-8A1DAFF5A7C3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17.315" v="6"/>
          <ac:spMkLst>
            <pc:docMk/>
            <pc:sldMk cId="161460333" sldId="474"/>
            <ac:spMk id="148" creationId="{EE9F0405-EFA1-2943-BE27-816CAE5B594C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17.315" v="4"/>
          <ac:spMkLst>
            <pc:docMk/>
            <pc:sldMk cId="161460333" sldId="474"/>
            <ac:spMk id="151" creationId="{71D804F4-9132-0F42-8874-A6F2C03A8EBE}"/>
          </ac:spMkLst>
        </pc:spChg>
        <pc:grpChg chg="del">
          <ac:chgData name="Wandrille Duchemin" userId="S::wandrille.duchemin@sib.swiss::596953ca-d0e7-4045-97a9-2ed7b88fab1e" providerId="AD" clId="Web-{41CFEBFB-0D9E-83C9-6D0D-FB3CE7061DE0}" dt="2026-04-08T13:23:17.315" v="3"/>
          <ac:grpSpMkLst>
            <pc:docMk/>
            <pc:sldMk cId="161460333" sldId="474"/>
            <ac:grpSpMk id="157" creationId="{FD237182-1CE0-894F-B1A1-938965D3886C}"/>
          </ac:grpSpMkLst>
        </pc:grpChg>
        <pc:grpChg chg="del">
          <ac:chgData name="Wandrille Duchemin" userId="S::wandrille.duchemin@sib.swiss::596953ca-d0e7-4045-97a9-2ed7b88fab1e" providerId="AD" clId="Web-{41CFEBFB-0D9E-83C9-6D0D-FB3CE7061DE0}" dt="2026-04-08T13:23:17.331" v="10"/>
          <ac:grpSpMkLst>
            <pc:docMk/>
            <pc:sldMk cId="161460333" sldId="474"/>
            <ac:grpSpMk id="158" creationId="{06E4DF89-0DFF-484A-B261-A8731B2B5F2C}"/>
          </ac:grpSpMkLst>
        </pc:grpChg>
        <pc:cxnChg chg="mod">
          <ac:chgData name="Wandrille Duchemin" userId="S::wandrille.duchemin@sib.swiss::596953ca-d0e7-4045-97a9-2ed7b88fab1e" providerId="AD" clId="Web-{41CFEBFB-0D9E-83C9-6D0D-FB3CE7061DE0}" dt="2026-04-08T13:23:17.331" v="10"/>
          <ac:cxnSpMkLst>
            <pc:docMk/>
            <pc:sldMk cId="161460333" sldId="474"/>
            <ac:cxnSpMk id="89" creationId="{0FE3DED7-1EF9-2A45-AEBB-5C7C6F83A4EB}"/>
          </ac:cxnSpMkLst>
        </pc:cxnChg>
        <pc:cxnChg chg="mod">
          <ac:chgData name="Wandrille Duchemin" userId="S::wandrille.duchemin@sib.swiss::596953ca-d0e7-4045-97a9-2ed7b88fab1e" providerId="AD" clId="Web-{41CFEBFB-0D9E-83C9-6D0D-FB3CE7061DE0}" dt="2026-04-08T13:23:17.331" v="10"/>
          <ac:cxnSpMkLst>
            <pc:docMk/>
            <pc:sldMk cId="161460333" sldId="474"/>
            <ac:cxnSpMk id="90" creationId="{9DFFF11D-4808-0A48-9ABB-F901C9AA0C83}"/>
          </ac:cxnSpMkLst>
        </pc:cxnChg>
        <pc:cxnChg chg="mod">
          <ac:chgData name="Wandrille Duchemin" userId="S::wandrille.duchemin@sib.swiss::596953ca-d0e7-4045-97a9-2ed7b88fab1e" providerId="AD" clId="Web-{41CFEBFB-0D9E-83C9-6D0D-FB3CE7061DE0}" dt="2026-04-08T13:23:17.331" v="10"/>
          <ac:cxnSpMkLst>
            <pc:docMk/>
            <pc:sldMk cId="161460333" sldId="474"/>
            <ac:cxnSpMk id="95" creationId="{930C74D7-21A5-9D43-B692-5FA197B22BF5}"/>
          </ac:cxnSpMkLst>
        </pc:cxnChg>
        <pc:cxnChg chg="mod">
          <ac:chgData name="Wandrille Duchemin" userId="S::wandrille.duchemin@sib.swiss::596953ca-d0e7-4045-97a9-2ed7b88fab1e" providerId="AD" clId="Web-{41CFEBFB-0D9E-83C9-6D0D-FB3CE7061DE0}" dt="2026-04-08T13:23:17.331" v="10"/>
          <ac:cxnSpMkLst>
            <pc:docMk/>
            <pc:sldMk cId="161460333" sldId="474"/>
            <ac:cxnSpMk id="98" creationId="{F234AB0B-AC3E-9842-B001-B05CB596EE4D}"/>
          </ac:cxnSpMkLst>
        </pc:cxnChg>
        <pc:cxnChg chg="mod">
          <ac:chgData name="Wandrille Duchemin" userId="S::wandrille.duchemin@sib.swiss::596953ca-d0e7-4045-97a9-2ed7b88fab1e" providerId="AD" clId="Web-{41CFEBFB-0D9E-83C9-6D0D-FB3CE7061DE0}" dt="2026-04-08T13:23:17.331" v="10"/>
          <ac:cxnSpMkLst>
            <pc:docMk/>
            <pc:sldMk cId="161460333" sldId="474"/>
            <ac:cxnSpMk id="101" creationId="{3AF6B993-C48D-0846-B340-AC391DCDE6B3}"/>
          </ac:cxnSpMkLst>
        </pc:cxnChg>
        <pc:cxnChg chg="mod">
          <ac:chgData name="Wandrille Duchemin" userId="S::wandrille.duchemin@sib.swiss::596953ca-d0e7-4045-97a9-2ed7b88fab1e" providerId="AD" clId="Web-{41CFEBFB-0D9E-83C9-6D0D-FB3CE7061DE0}" dt="2026-04-08T13:23:17.331" v="10"/>
          <ac:cxnSpMkLst>
            <pc:docMk/>
            <pc:sldMk cId="161460333" sldId="474"/>
            <ac:cxnSpMk id="104" creationId="{52C28FDF-E660-6346-A1B0-5CB73E577F3D}"/>
          </ac:cxnSpMkLst>
        </pc:cxnChg>
        <pc:cxnChg chg="del mod">
          <ac:chgData name="Wandrille Duchemin" userId="S::wandrille.duchemin@sib.swiss::596953ca-d0e7-4045-97a9-2ed7b88fab1e" providerId="AD" clId="Web-{41CFEBFB-0D9E-83C9-6D0D-FB3CE7061DE0}" dt="2026-04-08T13:23:17.331" v="12"/>
          <ac:cxnSpMkLst>
            <pc:docMk/>
            <pc:sldMk cId="161460333" sldId="474"/>
            <ac:cxnSpMk id="112" creationId="{987660A6-196F-8848-9944-020704C77CCD}"/>
          </ac:cxnSpMkLst>
        </pc:cxnChg>
        <pc:cxnChg chg="del mod">
          <ac:chgData name="Wandrille Duchemin" userId="S::wandrille.duchemin@sib.swiss::596953ca-d0e7-4045-97a9-2ed7b88fab1e" providerId="AD" clId="Web-{41CFEBFB-0D9E-83C9-6D0D-FB3CE7061DE0}" dt="2026-04-08T13:23:17.331" v="11"/>
          <ac:cxnSpMkLst>
            <pc:docMk/>
            <pc:sldMk cId="161460333" sldId="474"/>
            <ac:cxnSpMk id="115" creationId="{90068DFE-57F2-D64E-A1BE-543F41C8657B}"/>
          </ac:cxnSpMkLst>
        </pc:cxnChg>
        <pc:cxnChg chg="del">
          <ac:chgData name="Wandrille Duchemin" userId="S::wandrille.duchemin@sib.swiss::596953ca-d0e7-4045-97a9-2ed7b88fab1e" providerId="AD" clId="Web-{41CFEBFB-0D9E-83C9-6D0D-FB3CE7061DE0}" dt="2026-04-08T13:23:17.315" v="5"/>
          <ac:cxnSpMkLst>
            <pc:docMk/>
            <pc:sldMk cId="161460333" sldId="474"/>
            <ac:cxnSpMk id="150" creationId="{DAC52D42-792A-DE42-B2B7-7CF0A0241A53}"/>
          </ac:cxnSpMkLst>
        </pc:cxnChg>
      </pc:sldChg>
      <pc:sldChg chg="modSp">
        <pc:chgData name="Wandrille Duchemin" userId="S::wandrille.duchemin@sib.swiss::596953ca-d0e7-4045-97a9-2ed7b88fab1e" providerId="AD" clId="Web-{41CFEBFB-0D9E-83C9-6D0D-FB3CE7061DE0}" dt="2026-04-08T13:28:56.035" v="36" actId="20577"/>
        <pc:sldMkLst>
          <pc:docMk/>
          <pc:sldMk cId="2360041223" sldId="483"/>
        </pc:sldMkLst>
        <pc:spChg chg="mod">
          <ac:chgData name="Wandrille Duchemin" userId="S::wandrille.duchemin@sib.swiss::596953ca-d0e7-4045-97a9-2ed7b88fab1e" providerId="AD" clId="Web-{41CFEBFB-0D9E-83C9-6D0D-FB3CE7061DE0}" dt="2026-04-08T13:28:56.035" v="36" actId="20577"/>
          <ac:spMkLst>
            <pc:docMk/>
            <pc:sldMk cId="2360041223" sldId="483"/>
            <ac:spMk id="2" creationId="{D50ECE51-FA3C-63C1-4D32-69FF4A3528D0}"/>
          </ac:spMkLst>
        </pc:spChg>
      </pc:sldChg>
      <pc:sldChg chg="modSp">
        <pc:chgData name="Wandrille Duchemin" userId="S::wandrille.duchemin@sib.swiss::596953ca-d0e7-4045-97a9-2ed7b88fab1e" providerId="AD" clId="Web-{41CFEBFB-0D9E-83C9-6D0D-FB3CE7061DE0}" dt="2026-04-08T14:00:15.543" v="38" actId="20577"/>
        <pc:sldMkLst>
          <pc:docMk/>
          <pc:sldMk cId="719965231" sldId="484"/>
        </pc:sldMkLst>
        <pc:spChg chg="mod">
          <ac:chgData name="Wandrille Duchemin" userId="S::wandrille.duchemin@sib.swiss::596953ca-d0e7-4045-97a9-2ed7b88fab1e" providerId="AD" clId="Web-{41CFEBFB-0D9E-83C9-6D0D-FB3CE7061DE0}" dt="2026-04-08T14:00:15.543" v="38" actId="20577"/>
          <ac:spMkLst>
            <pc:docMk/>
            <pc:sldMk cId="719965231" sldId="484"/>
            <ac:spMk id="2" creationId="{E829B78C-067E-E297-44B3-4809ADB81C5C}"/>
          </ac:spMkLst>
        </pc:spChg>
      </pc:sldChg>
      <pc:sldChg chg="add replId">
        <pc:chgData name="Wandrille Duchemin" userId="S::wandrille.duchemin@sib.swiss::596953ca-d0e7-4045-97a9-2ed7b88fab1e" providerId="AD" clId="Web-{41CFEBFB-0D9E-83C9-6D0D-FB3CE7061DE0}" dt="2026-04-08T13:22:45.019" v="0"/>
        <pc:sldMkLst>
          <pc:docMk/>
          <pc:sldMk cId="336459493" sldId="488"/>
        </pc:sldMkLst>
      </pc:sldChg>
      <pc:sldChg chg="delSp modSp add replId delAnim">
        <pc:chgData name="Wandrille Duchemin" userId="S::wandrille.duchemin@sib.swiss::596953ca-d0e7-4045-97a9-2ed7b88fab1e" providerId="AD" clId="Web-{41CFEBFB-0D9E-83C9-6D0D-FB3CE7061DE0}" dt="2026-04-08T13:23:41.815" v="29"/>
        <pc:sldMkLst>
          <pc:docMk/>
          <pc:sldMk cId="4098388444" sldId="489"/>
        </pc:sldMkLst>
        <pc:spChg chg="del">
          <ac:chgData name="Wandrille Duchemin" userId="S::wandrille.duchemin@sib.swiss::596953ca-d0e7-4045-97a9-2ed7b88fab1e" providerId="AD" clId="Web-{41CFEBFB-0D9E-83C9-6D0D-FB3CE7061DE0}" dt="2026-04-08T13:23:24.269" v="22"/>
          <ac:spMkLst>
            <pc:docMk/>
            <pc:sldMk cId="4098388444" sldId="489"/>
            <ac:spMk id="75" creationId="{3697020A-F55C-BC55-6C20-00046E8C4CBE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24.269" v="21"/>
          <ac:spMkLst>
            <pc:docMk/>
            <pc:sldMk cId="4098388444" sldId="489"/>
            <ac:spMk id="76" creationId="{9A6E4F16-3C9F-A8BC-D8CD-7935CDCE4BAF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24.269" v="20"/>
          <ac:spMkLst>
            <pc:docMk/>
            <pc:sldMk cId="4098388444" sldId="489"/>
            <ac:spMk id="77" creationId="{7D967AB9-67FD-DF53-D619-6A1CD8B34A3D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24.269" v="19"/>
          <ac:spMkLst>
            <pc:docMk/>
            <pc:sldMk cId="4098388444" sldId="489"/>
            <ac:spMk id="78" creationId="{A2C229FC-3065-EDF0-EB82-5045C7CC1252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39.206" v="28"/>
          <ac:spMkLst>
            <pc:docMk/>
            <pc:sldMk cId="4098388444" sldId="489"/>
            <ac:spMk id="109" creationId="{1A1C240F-6AD3-0A88-DCD0-C4696B611251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39.190" v="25"/>
          <ac:spMkLst>
            <pc:docMk/>
            <pc:sldMk cId="4098388444" sldId="489"/>
            <ac:spMk id="124" creationId="{58A42A5E-42DF-7D0A-72EF-30BAF748A31D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39.190" v="24"/>
          <ac:spMkLst>
            <pc:docMk/>
            <pc:sldMk cId="4098388444" sldId="489"/>
            <ac:spMk id="125" creationId="{DE3ABC3D-026F-AB53-3232-F9FA6D1FBB86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24.269" v="18"/>
          <ac:spMkLst>
            <pc:docMk/>
            <pc:sldMk cId="4098388444" sldId="489"/>
            <ac:spMk id="138" creationId="{0F478ED2-5B0C-A48A-40B5-EF334543325E}"/>
          </ac:spMkLst>
        </pc:spChg>
        <pc:spChg chg="del">
          <ac:chgData name="Wandrille Duchemin" userId="S::wandrille.duchemin@sib.swiss::596953ca-d0e7-4045-97a9-2ed7b88fab1e" providerId="AD" clId="Web-{41CFEBFB-0D9E-83C9-6D0D-FB3CE7061DE0}" dt="2026-04-08T13:23:35.690" v="23"/>
          <ac:spMkLst>
            <pc:docMk/>
            <pc:sldMk cId="4098388444" sldId="489"/>
            <ac:spMk id="151" creationId="{23E951EF-C98B-EC91-A43D-A618B6FD51CD}"/>
          </ac:spMkLst>
        </pc:spChg>
        <pc:cxnChg chg="del mod">
          <ac:chgData name="Wandrille Duchemin" userId="S::wandrille.duchemin@sib.swiss::596953ca-d0e7-4045-97a9-2ed7b88fab1e" providerId="AD" clId="Web-{41CFEBFB-0D9E-83C9-6D0D-FB3CE7061DE0}" dt="2026-04-08T13:23:39.206" v="27"/>
          <ac:cxnSpMkLst>
            <pc:docMk/>
            <pc:sldMk cId="4098388444" sldId="489"/>
            <ac:cxnSpMk id="112" creationId="{61631393-8642-706A-8C40-D17862E983FC}"/>
          </ac:cxnSpMkLst>
        </pc:cxnChg>
        <pc:cxnChg chg="del mod">
          <ac:chgData name="Wandrille Duchemin" userId="S::wandrille.duchemin@sib.swiss::596953ca-d0e7-4045-97a9-2ed7b88fab1e" providerId="AD" clId="Web-{41CFEBFB-0D9E-83C9-6D0D-FB3CE7061DE0}" dt="2026-04-08T13:23:39.206" v="26"/>
          <ac:cxnSpMkLst>
            <pc:docMk/>
            <pc:sldMk cId="4098388444" sldId="489"/>
            <ac:cxnSpMk id="115" creationId="{B55DD0F4-FE75-BF70-F6FF-9B2A81A95CE3}"/>
          </ac:cxnSpMkLst>
        </pc:cxnChg>
        <pc:cxnChg chg="del">
          <ac:chgData name="Wandrille Duchemin" userId="S::wandrille.duchemin@sib.swiss::596953ca-d0e7-4045-97a9-2ed7b88fab1e" providerId="AD" clId="Web-{41CFEBFB-0D9E-83C9-6D0D-FB3CE7061DE0}" dt="2026-04-08T13:23:41.815" v="29"/>
          <ac:cxnSpMkLst>
            <pc:docMk/>
            <pc:sldMk cId="4098388444" sldId="489"/>
            <ac:cxnSpMk id="150" creationId="{F2E87DB1-814A-0520-B22D-A0647E1933C5}"/>
          </ac:cxnSpMkLst>
        </pc:cxnChg>
      </pc:sldChg>
      <pc:sldChg chg="delSp add replId delAnim">
        <pc:chgData name="Wandrille Duchemin" userId="S::wandrille.duchemin@sib.swiss::596953ca-d0e7-4045-97a9-2ed7b88fab1e" providerId="AD" clId="Web-{41CFEBFB-0D9E-83C9-6D0D-FB3CE7061DE0}" dt="2026-04-08T13:23:58.503" v="31"/>
        <pc:sldMkLst>
          <pc:docMk/>
          <pc:sldMk cId="871589" sldId="490"/>
        </pc:sldMkLst>
        <pc:spChg chg="del">
          <ac:chgData name="Wandrille Duchemin" userId="S::wandrille.duchemin@sib.swiss::596953ca-d0e7-4045-97a9-2ed7b88fab1e" providerId="AD" clId="Web-{41CFEBFB-0D9E-83C9-6D0D-FB3CE7061DE0}" dt="2026-04-08T13:23:58.503" v="31"/>
          <ac:spMkLst>
            <pc:docMk/>
            <pc:sldMk cId="871589" sldId="490"/>
            <ac:spMk id="151" creationId="{C3A72424-6DE0-C817-8DFA-DBC709A1A476}"/>
          </ac:spMkLst>
        </pc:spChg>
        <pc:cxnChg chg="del">
          <ac:chgData name="Wandrille Duchemin" userId="S::wandrille.duchemin@sib.swiss::596953ca-d0e7-4045-97a9-2ed7b88fab1e" providerId="AD" clId="Web-{41CFEBFB-0D9E-83C9-6D0D-FB3CE7061DE0}" dt="2026-04-08T13:23:54.972" v="30"/>
          <ac:cxnSpMkLst>
            <pc:docMk/>
            <pc:sldMk cId="871589" sldId="490"/>
            <ac:cxnSpMk id="150" creationId="{45D34EEC-316F-A6A5-D1F2-D30ED0569CE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DEC89-0886-420E-BA80-019B54138DC0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69826-3F6A-4D3F-89A3-ED6A12A088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25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69826-3F6A-4D3F-89A3-ED6A12A0882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78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746-0CDE-4074-BDE5-E623F7146983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13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E43D9-9064-4F11-9875-3DC42457D86C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72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713F-5FE2-4DC7-A660-466F25E4EAED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47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3AA8-1775-46AE-88D7-871ABB959436}" type="datetime1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715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81AF8-1EB4-4CCB-BAD6-D5824E8F7DDC}" type="datetime1">
              <a:rPr lang="en-GB" smtClean="0"/>
              <a:t>09/04/2026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38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F14D-29EE-4785-B586-2D7AC2C36860}" type="datetime1">
              <a:rPr lang="en-GB" smtClean="0"/>
              <a:t>09/04/2026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61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0A99-36EB-4660-8947-15D8E10E490E}" type="datetime1">
              <a:rPr lang="en-GB" smtClean="0"/>
              <a:t>09/04/2026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62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B993D-33E3-484B-97CE-88461009D7BB}" type="datetime1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24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AFE4C-1BFC-4B5D-A48B-D19CBF206252}" type="datetime1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67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A398-4A14-4452-B35F-7EA90DD56283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61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5B57-DD6C-4DD3-A370-C9B21AE60DC8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79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94E0E-2BC3-44B2-B96D-B63459DB3886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13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194" y="1131999"/>
            <a:ext cx="7878156" cy="4000546"/>
          </a:xfrm>
        </p:spPr>
        <p:txBody>
          <a:bodyPr>
            <a:noAutofit/>
          </a:bodyPr>
          <a:lstStyle/>
          <a:p>
            <a:r>
              <a:rPr lang="en-GB" b="1" dirty="0"/>
              <a:t>NGS – variant analysis</a:t>
            </a:r>
            <a:br>
              <a:rPr lang="en-GB" b="1" dirty="0"/>
            </a:br>
            <a:br>
              <a:rPr lang="en-GB" b="1" dirty="0"/>
            </a:br>
            <a:r>
              <a:rPr lang="en-GB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Variant calling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432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826A2-C216-D746-AE10-F33FFABE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GATK workflow</a:t>
            </a:r>
          </a:p>
        </p:txBody>
      </p:sp>
      <p:pic>
        <p:nvPicPr>
          <p:cNvPr id="6" name="Content Placeholder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4FB9174F-F1CD-584D-BF30-F186433F7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4229"/>
            <a:ext cx="7886700" cy="360816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F0170-CE48-5244-81CA-9E6C436C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</a:t>
            </a:fld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ECF8D-B2B4-C14F-B4A4-415FCC89659E}"/>
              </a:ext>
            </a:extLst>
          </p:cNvPr>
          <p:cNvSpPr/>
          <p:nvPr/>
        </p:nvSpPr>
        <p:spPr>
          <a:xfrm>
            <a:off x="846667" y="2460978"/>
            <a:ext cx="1715911" cy="20094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AD2C7-528B-D240-BB21-F854B7B0F030}"/>
              </a:ext>
            </a:extLst>
          </p:cNvPr>
          <p:cNvSpPr txBox="1"/>
          <p:nvPr/>
        </p:nvSpPr>
        <p:spPr>
          <a:xfrm>
            <a:off x="999066" y="1612772"/>
            <a:ext cx="1411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/>
              <a:t>Yesterday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9F4DA5-C703-154D-B5C3-58683539D93D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H="1" flipV="1">
            <a:off x="1704622" y="1982104"/>
            <a:ext cx="1" cy="4788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7C31C1F-0DAF-474C-8582-C5B1821C7B5D}"/>
              </a:ext>
            </a:extLst>
          </p:cNvPr>
          <p:cNvSpPr txBox="1"/>
          <p:nvPr/>
        </p:nvSpPr>
        <p:spPr>
          <a:xfrm>
            <a:off x="345232" y="6417684"/>
            <a:ext cx="5645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200"/>
              <a:t>image source: </a:t>
            </a:r>
            <a:r>
              <a:rPr lang="en-US" sz="1200" dirty="0"/>
              <a:t>https://</a:t>
            </a:r>
            <a:r>
              <a:rPr lang="en-US" sz="1200" dirty="0" err="1"/>
              <a:t>gatk.broadinstitute.org</a:t>
            </a:r>
            <a:endParaRPr lang="en-CH" sz="1200"/>
          </a:p>
        </p:txBody>
      </p:sp>
    </p:spTree>
    <p:extLst>
      <p:ext uri="{BB962C8B-B14F-4D97-AF65-F5344CB8AC3E}">
        <p14:creationId xmlns:p14="http://schemas.microsoft.com/office/powerpoint/2010/main" val="207955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31FEF-7A45-3745-8C2A-E49F66E1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</a:t>
            </a:fld>
            <a:endParaRPr lang="en-GB" dirty="0"/>
          </a:p>
        </p:txBody>
      </p:sp>
      <p:pic>
        <p:nvPicPr>
          <p:cNvPr id="6" name="Picture 5" descr="Timeline&#10;&#10;Description automatically generated">
            <a:extLst>
              <a:ext uri="{FF2B5EF4-FFF2-40B4-BE49-F238E27FC236}">
                <a16:creationId xmlns:a16="http://schemas.microsoft.com/office/drawing/2014/main" id="{DB5122E9-8400-8141-913B-8F1AAEB713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3297"/>
          <a:stretch/>
        </p:blipFill>
        <p:spPr>
          <a:xfrm>
            <a:off x="1477653" y="708024"/>
            <a:ext cx="2441542" cy="5209383"/>
          </a:xfrm>
          <a:prstGeom prst="rect">
            <a:avLst/>
          </a:prstGeom>
        </p:spPr>
      </p:pic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912EA0B1-A149-3B49-A8AE-87A806CD94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35"/>
          <a:stretch/>
        </p:blipFill>
        <p:spPr>
          <a:xfrm>
            <a:off x="3919195" y="708024"/>
            <a:ext cx="3498915" cy="520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66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6C9CB-3B37-1640-BE7C-F228F30BC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Three important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A8124-1534-BE4D-A221-0A3DC79D1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Is there a variant at location X?</a:t>
            </a:r>
          </a:p>
          <a:p>
            <a:pPr lvl="1"/>
            <a:r>
              <a:rPr lang="en-CH" dirty="0"/>
              <a:t>Deviation from REF in the alignments</a:t>
            </a:r>
          </a:p>
          <a:p>
            <a:r>
              <a:rPr lang="en-CH" dirty="0"/>
              <a:t>What are the alleles?</a:t>
            </a:r>
          </a:p>
          <a:p>
            <a:pPr lvl="1"/>
            <a:r>
              <a:rPr lang="en-CH" dirty="0"/>
              <a:t>The variation in sequence in these deviations</a:t>
            </a:r>
          </a:p>
          <a:p>
            <a:r>
              <a:rPr lang="en-CH" dirty="0"/>
              <a:t>What is the genotype (HomRef, Heterozygote or HomAlt)?</a:t>
            </a:r>
          </a:p>
          <a:p>
            <a:pPr lvl="1"/>
            <a:r>
              <a:rPr lang="en-CH" dirty="0"/>
              <a:t>Estimating the allele counts in the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DF37D-539A-854B-BE53-9B8F5C62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15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FB7E9-7BFD-AC40-AC36-DC9ED2B5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5</a:t>
            </a:fld>
            <a:endParaRPr lang="en-GB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5FBF3FA7-11D8-5747-ABEE-9F879B05E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85" y="1523886"/>
            <a:ext cx="7538830" cy="4746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41511C-5E1B-A144-BFCF-902C79629E1A}"/>
              </a:ext>
            </a:extLst>
          </p:cNvPr>
          <p:cNvSpPr txBox="1"/>
          <p:nvPr/>
        </p:nvSpPr>
        <p:spPr>
          <a:xfrm>
            <a:off x="52181" y="6527939"/>
            <a:ext cx="86991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Poplin R et al. Scaling accurate genetic variant discovery to tens of thousands of samples.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bioRxiv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. 2017;1–22.</a:t>
            </a:r>
            <a:endParaRPr lang="en-CH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7F4C62-419C-ED48-8125-7BDF3D172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CH" dirty="0"/>
              <a:t>HaplotypeCaller</a:t>
            </a:r>
          </a:p>
        </p:txBody>
      </p:sp>
    </p:spTree>
    <p:extLst>
      <p:ext uri="{BB962C8B-B14F-4D97-AF65-F5344CB8AC3E}">
        <p14:creationId xmlns:p14="http://schemas.microsoft.com/office/powerpoint/2010/main" val="3041464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112E-451D-2D40-A535-530EF1B8A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What are the alleles?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15E76-D94F-C246-8E72-7B7B0550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6</a:t>
            </a:fld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87F8A0-EF92-924F-A30F-4B50D6348B37}"/>
              </a:ext>
            </a:extLst>
          </p:cNvPr>
          <p:cNvSpPr/>
          <p:nvPr/>
        </p:nvSpPr>
        <p:spPr>
          <a:xfrm>
            <a:off x="2165109" y="2177251"/>
            <a:ext cx="3567291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AD7A24-517D-A146-991C-C7E210BDABFF}"/>
              </a:ext>
            </a:extLst>
          </p:cNvPr>
          <p:cNvSpPr/>
          <p:nvPr/>
        </p:nvSpPr>
        <p:spPr>
          <a:xfrm>
            <a:off x="2165111" y="2532993"/>
            <a:ext cx="3567290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8F7FC1-6E1A-8F48-A662-7DBBCDC53C3E}"/>
              </a:ext>
            </a:extLst>
          </p:cNvPr>
          <p:cNvSpPr/>
          <p:nvPr/>
        </p:nvSpPr>
        <p:spPr>
          <a:xfrm>
            <a:off x="3124255" y="2532993"/>
            <a:ext cx="169333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676B88-5662-1D49-83F4-AB574C353333}"/>
              </a:ext>
            </a:extLst>
          </p:cNvPr>
          <p:cNvSpPr/>
          <p:nvPr/>
        </p:nvSpPr>
        <p:spPr>
          <a:xfrm>
            <a:off x="3124254" y="2177251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accent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F2B144-549B-344A-88D0-177BD7DC6FFE}"/>
              </a:ext>
            </a:extLst>
          </p:cNvPr>
          <p:cNvSpPr/>
          <p:nvPr/>
        </p:nvSpPr>
        <p:spPr>
          <a:xfrm>
            <a:off x="4066876" y="2532993"/>
            <a:ext cx="169333" cy="169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E742FB-0942-3046-B2D0-4391D1DC1917}"/>
              </a:ext>
            </a:extLst>
          </p:cNvPr>
          <p:cNvSpPr/>
          <p:nvPr/>
        </p:nvSpPr>
        <p:spPr>
          <a:xfrm>
            <a:off x="4066876" y="2177251"/>
            <a:ext cx="169333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C123E7-8BD0-E744-AD03-576014F18A3B}"/>
              </a:ext>
            </a:extLst>
          </p:cNvPr>
          <p:cNvSpPr/>
          <p:nvPr/>
        </p:nvSpPr>
        <p:spPr>
          <a:xfrm>
            <a:off x="4915304" y="2175573"/>
            <a:ext cx="169333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35F588-9DE7-2B4B-B914-64FF0DF3AFE1}"/>
              </a:ext>
            </a:extLst>
          </p:cNvPr>
          <p:cNvSpPr/>
          <p:nvPr/>
        </p:nvSpPr>
        <p:spPr>
          <a:xfrm>
            <a:off x="4915304" y="253299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0F112E-66C6-9C4F-BBA4-D3D0A8A8BBB2}"/>
              </a:ext>
            </a:extLst>
          </p:cNvPr>
          <p:cNvSpPr txBox="1"/>
          <p:nvPr/>
        </p:nvSpPr>
        <p:spPr>
          <a:xfrm>
            <a:off x="3011365" y="1723823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626C90-1D3A-7A44-89E9-7C5C6907FA92}"/>
              </a:ext>
            </a:extLst>
          </p:cNvPr>
          <p:cNvSpPr txBox="1"/>
          <p:nvPr/>
        </p:nvSpPr>
        <p:spPr>
          <a:xfrm>
            <a:off x="3953987" y="171230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96CBE7-686B-764A-B231-A0E140906D10}"/>
              </a:ext>
            </a:extLst>
          </p:cNvPr>
          <p:cNvSpPr txBox="1"/>
          <p:nvPr/>
        </p:nvSpPr>
        <p:spPr>
          <a:xfrm>
            <a:off x="4802415" y="171230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Z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D2613CA-047E-2647-B682-15418F75D0F7}"/>
              </a:ext>
            </a:extLst>
          </p:cNvPr>
          <p:cNvSpPr/>
          <p:nvPr/>
        </p:nvSpPr>
        <p:spPr>
          <a:xfrm>
            <a:off x="2407206" y="217557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E186DAD-6780-B940-B381-D10D1872B1F9}"/>
              </a:ext>
            </a:extLst>
          </p:cNvPr>
          <p:cNvSpPr/>
          <p:nvPr/>
        </p:nvSpPr>
        <p:spPr>
          <a:xfrm>
            <a:off x="2407206" y="253299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2652C54-CA6D-164A-8767-91244FD65715}"/>
              </a:ext>
            </a:extLst>
          </p:cNvPr>
          <p:cNvSpPr txBox="1"/>
          <p:nvPr/>
        </p:nvSpPr>
        <p:spPr>
          <a:xfrm>
            <a:off x="2294317" y="171230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W</a:t>
            </a:r>
          </a:p>
        </p:txBody>
      </p:sp>
      <p:sp>
        <p:nvSpPr>
          <p:cNvPr id="155" name="Right Brace 154">
            <a:extLst>
              <a:ext uri="{FF2B5EF4-FFF2-40B4-BE49-F238E27FC236}">
                <a16:creationId xmlns:a16="http://schemas.microsoft.com/office/drawing/2014/main" id="{86D9BF27-B674-0042-A859-D936F4B03FBE}"/>
              </a:ext>
            </a:extLst>
          </p:cNvPr>
          <p:cNvSpPr/>
          <p:nvPr/>
        </p:nvSpPr>
        <p:spPr>
          <a:xfrm>
            <a:off x="5804460" y="2168537"/>
            <a:ext cx="367748" cy="53379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2FD2D0E-7200-7A45-9C8C-98F800BAAC2F}"/>
              </a:ext>
            </a:extLst>
          </p:cNvPr>
          <p:cNvSpPr txBox="1"/>
          <p:nvPr/>
        </p:nvSpPr>
        <p:spPr>
          <a:xfrm>
            <a:off x="6172207" y="2224450"/>
            <a:ext cx="2623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genotype (unknown)</a:t>
            </a:r>
          </a:p>
        </p:txBody>
      </p:sp>
    </p:spTree>
    <p:extLst>
      <p:ext uri="{BB962C8B-B14F-4D97-AF65-F5344CB8AC3E}">
        <p14:creationId xmlns:p14="http://schemas.microsoft.com/office/powerpoint/2010/main" val="16146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A1E64-9D88-78F5-6688-ED50374B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0CE91-0029-8FB5-0457-7B7AAF49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What are the alleles?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A675F-7746-C7F8-7566-9EEB70AB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7</a:t>
            </a:fld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A5DABC-D788-2350-C538-C8FBB0A45248}"/>
              </a:ext>
            </a:extLst>
          </p:cNvPr>
          <p:cNvSpPr/>
          <p:nvPr/>
        </p:nvSpPr>
        <p:spPr>
          <a:xfrm>
            <a:off x="2165109" y="2177251"/>
            <a:ext cx="3567291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EB03DF-1EBB-B61F-784A-62C63EA6EBD1}"/>
              </a:ext>
            </a:extLst>
          </p:cNvPr>
          <p:cNvSpPr/>
          <p:nvPr/>
        </p:nvSpPr>
        <p:spPr>
          <a:xfrm>
            <a:off x="2165111" y="2532993"/>
            <a:ext cx="3567290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0D69CF-2D77-8019-B4A0-33671BAB6BE2}"/>
              </a:ext>
            </a:extLst>
          </p:cNvPr>
          <p:cNvSpPr/>
          <p:nvPr/>
        </p:nvSpPr>
        <p:spPr>
          <a:xfrm>
            <a:off x="3124255" y="2532993"/>
            <a:ext cx="169333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01B88D-43F0-7BA5-62EC-79B06FD17ABB}"/>
              </a:ext>
            </a:extLst>
          </p:cNvPr>
          <p:cNvSpPr/>
          <p:nvPr/>
        </p:nvSpPr>
        <p:spPr>
          <a:xfrm>
            <a:off x="3124254" y="2177251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accent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729BC8-6171-98FE-82E2-651FCF677877}"/>
              </a:ext>
            </a:extLst>
          </p:cNvPr>
          <p:cNvSpPr/>
          <p:nvPr/>
        </p:nvSpPr>
        <p:spPr>
          <a:xfrm>
            <a:off x="4066876" y="2532993"/>
            <a:ext cx="169333" cy="169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FA1210-8CF4-F332-205A-2A6BA770FDCC}"/>
              </a:ext>
            </a:extLst>
          </p:cNvPr>
          <p:cNvSpPr/>
          <p:nvPr/>
        </p:nvSpPr>
        <p:spPr>
          <a:xfrm>
            <a:off x="4066876" y="2177251"/>
            <a:ext cx="169333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EF4D89-436F-2762-13B7-2D2B98978E82}"/>
              </a:ext>
            </a:extLst>
          </p:cNvPr>
          <p:cNvSpPr/>
          <p:nvPr/>
        </p:nvSpPr>
        <p:spPr>
          <a:xfrm>
            <a:off x="4915304" y="2175573"/>
            <a:ext cx="169333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2BA7C9-5FC1-2CE9-5DCB-62912940E683}"/>
              </a:ext>
            </a:extLst>
          </p:cNvPr>
          <p:cNvSpPr/>
          <p:nvPr/>
        </p:nvSpPr>
        <p:spPr>
          <a:xfrm>
            <a:off x="4915304" y="253299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C34A8A-8E7C-486A-31A5-95FC935DC0A8}"/>
              </a:ext>
            </a:extLst>
          </p:cNvPr>
          <p:cNvSpPr txBox="1"/>
          <p:nvPr/>
        </p:nvSpPr>
        <p:spPr>
          <a:xfrm>
            <a:off x="3011365" y="1723823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F93B8D-AB7A-F208-B913-F45FA6552DF3}"/>
              </a:ext>
            </a:extLst>
          </p:cNvPr>
          <p:cNvSpPr txBox="1"/>
          <p:nvPr/>
        </p:nvSpPr>
        <p:spPr>
          <a:xfrm>
            <a:off x="3953987" y="171230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76F988-7448-947B-2923-FB8EF5425E32}"/>
              </a:ext>
            </a:extLst>
          </p:cNvPr>
          <p:cNvSpPr txBox="1"/>
          <p:nvPr/>
        </p:nvSpPr>
        <p:spPr>
          <a:xfrm>
            <a:off x="4802415" y="171230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Z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CC26E86-9FFF-90F0-CFCD-B9E34E851221}"/>
              </a:ext>
            </a:extLst>
          </p:cNvPr>
          <p:cNvGrpSpPr/>
          <p:nvPr/>
        </p:nvGrpSpPr>
        <p:grpSpPr>
          <a:xfrm>
            <a:off x="2444418" y="4603692"/>
            <a:ext cx="2684758" cy="1182981"/>
            <a:chOff x="2444418" y="4603692"/>
            <a:chExt cx="2684758" cy="1182981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24CCA67-E48F-082C-B882-D9F67C324713}"/>
                </a:ext>
              </a:extLst>
            </p:cNvPr>
            <p:cNvSpPr/>
            <p:nvPr/>
          </p:nvSpPr>
          <p:spPr>
            <a:xfrm>
              <a:off x="2444418" y="5135608"/>
              <a:ext cx="258417" cy="25841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D608E24-0505-C7AA-1820-2D8F09593D14}"/>
                </a:ext>
              </a:extLst>
            </p:cNvPr>
            <p:cNvSpPr/>
            <p:nvPr/>
          </p:nvSpPr>
          <p:spPr>
            <a:xfrm>
              <a:off x="3079709" y="4747815"/>
              <a:ext cx="258417" cy="2584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B38E783-92F4-A40C-15BF-F1A90CFA3610}"/>
                </a:ext>
              </a:extLst>
            </p:cNvPr>
            <p:cNvSpPr/>
            <p:nvPr/>
          </p:nvSpPr>
          <p:spPr>
            <a:xfrm>
              <a:off x="3079710" y="5527306"/>
              <a:ext cx="258417" cy="25841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B8D21D5-26B3-F68E-5DEB-F5F93A00B9E4}"/>
                </a:ext>
              </a:extLst>
            </p:cNvPr>
            <p:cNvSpPr/>
            <p:nvPr/>
          </p:nvSpPr>
          <p:spPr>
            <a:xfrm>
              <a:off x="4022331" y="4747815"/>
              <a:ext cx="258417" cy="25841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F51DB835-E5D1-4715-D203-BD2AC69E3159}"/>
                </a:ext>
              </a:extLst>
            </p:cNvPr>
            <p:cNvSpPr/>
            <p:nvPr/>
          </p:nvSpPr>
          <p:spPr>
            <a:xfrm>
              <a:off x="4022331" y="5527306"/>
              <a:ext cx="258417" cy="25841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E909618-030E-50C0-F170-34BE476D6FCE}"/>
                </a:ext>
              </a:extLst>
            </p:cNvPr>
            <p:cNvSpPr/>
            <p:nvPr/>
          </p:nvSpPr>
          <p:spPr>
            <a:xfrm>
              <a:off x="4870759" y="4747815"/>
              <a:ext cx="258417" cy="25841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3529CF6-060F-A045-1FB5-B9C999ECFA63}"/>
                </a:ext>
              </a:extLst>
            </p:cNvPr>
            <p:cNvSpPr/>
            <p:nvPr/>
          </p:nvSpPr>
          <p:spPr>
            <a:xfrm>
              <a:off x="4870759" y="5528256"/>
              <a:ext cx="258417" cy="2584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22470AD4-17B6-5A7B-2DA8-E35374CFC38F}"/>
                </a:ext>
              </a:extLst>
            </p:cNvPr>
            <p:cNvCxnSpPr>
              <a:stCxn id="81" idx="7"/>
              <a:endCxn id="82" idx="2"/>
            </p:cNvCxnSpPr>
            <p:nvPr/>
          </p:nvCxnSpPr>
          <p:spPr>
            <a:xfrm flipV="1">
              <a:off x="2664991" y="4877024"/>
              <a:ext cx="414718" cy="29642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7544F363-4CAD-6283-9801-0C32C1B06817}"/>
                </a:ext>
              </a:extLst>
            </p:cNvPr>
            <p:cNvCxnSpPr>
              <a:cxnSpLocks/>
              <a:stCxn id="81" idx="5"/>
              <a:endCxn id="83" idx="2"/>
            </p:cNvCxnSpPr>
            <p:nvPr/>
          </p:nvCxnSpPr>
          <p:spPr>
            <a:xfrm>
              <a:off x="2664991" y="5356181"/>
              <a:ext cx="414719" cy="30033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79E39A69-8318-77C9-8DBB-EB7546994BCF}"/>
                </a:ext>
              </a:extLst>
            </p:cNvPr>
            <p:cNvCxnSpPr>
              <a:cxnSpLocks/>
              <a:stCxn id="83" idx="6"/>
              <a:endCxn id="85" idx="2"/>
            </p:cNvCxnSpPr>
            <p:nvPr/>
          </p:nvCxnSpPr>
          <p:spPr>
            <a:xfrm>
              <a:off x="3338127" y="5656515"/>
              <a:ext cx="68420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DE63DAB2-5344-D54B-E28A-1584B307FA64}"/>
                </a:ext>
              </a:extLst>
            </p:cNvPr>
            <p:cNvCxnSpPr>
              <a:cxnSpLocks/>
              <a:stCxn id="85" idx="6"/>
              <a:endCxn id="87" idx="2"/>
            </p:cNvCxnSpPr>
            <p:nvPr/>
          </p:nvCxnSpPr>
          <p:spPr>
            <a:xfrm>
              <a:off x="4280748" y="5656515"/>
              <a:ext cx="590011" cy="95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18F59FB1-A2EC-3106-568E-5B9326F11E3D}"/>
                </a:ext>
              </a:extLst>
            </p:cNvPr>
            <p:cNvCxnSpPr>
              <a:cxnSpLocks/>
              <a:stCxn id="84" idx="6"/>
              <a:endCxn id="86" idx="2"/>
            </p:cNvCxnSpPr>
            <p:nvPr/>
          </p:nvCxnSpPr>
          <p:spPr>
            <a:xfrm>
              <a:off x="4280748" y="4877024"/>
              <a:ext cx="59001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7119ADA1-FAF6-82DF-2D23-B6B5AF040096}"/>
                </a:ext>
              </a:extLst>
            </p:cNvPr>
            <p:cNvCxnSpPr>
              <a:cxnSpLocks/>
              <a:stCxn id="82" idx="6"/>
              <a:endCxn id="84" idx="2"/>
            </p:cNvCxnSpPr>
            <p:nvPr/>
          </p:nvCxnSpPr>
          <p:spPr>
            <a:xfrm>
              <a:off x="3338126" y="4877024"/>
              <a:ext cx="68420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FB4AA08-BC1F-532A-38D3-9F0C05FDCF78}"/>
                </a:ext>
              </a:extLst>
            </p:cNvPr>
            <p:cNvSpPr txBox="1"/>
            <p:nvPr/>
          </p:nvSpPr>
          <p:spPr>
            <a:xfrm>
              <a:off x="2512462" y="4809667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5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8378BF7-4BD0-A825-A031-AFF117FB06C6}"/>
                </a:ext>
              </a:extLst>
            </p:cNvPr>
            <p:cNvSpPr txBox="1"/>
            <p:nvPr/>
          </p:nvSpPr>
          <p:spPr>
            <a:xfrm>
              <a:off x="3448271" y="4603692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5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471E739-AF99-571B-05E2-1A77C86DDA72}"/>
                </a:ext>
              </a:extLst>
            </p:cNvPr>
            <p:cNvSpPr txBox="1"/>
            <p:nvPr/>
          </p:nvSpPr>
          <p:spPr>
            <a:xfrm>
              <a:off x="4341196" y="4610188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5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6F1BDE5-0D3F-0357-8AFE-291C4DEBB637}"/>
                </a:ext>
              </a:extLst>
            </p:cNvPr>
            <p:cNvSpPr txBox="1"/>
            <p:nvPr/>
          </p:nvSpPr>
          <p:spPr>
            <a:xfrm>
              <a:off x="2573627" y="5502243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4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80DD68C8-5A4A-C59F-E3E6-4F380588C406}"/>
                </a:ext>
              </a:extLst>
            </p:cNvPr>
            <p:cNvSpPr txBox="1"/>
            <p:nvPr/>
          </p:nvSpPr>
          <p:spPr>
            <a:xfrm>
              <a:off x="3431706" y="5363743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4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DB2D77D-9435-9435-EC82-49ED666F6941}"/>
                </a:ext>
              </a:extLst>
            </p:cNvPr>
            <p:cNvSpPr txBox="1"/>
            <p:nvPr/>
          </p:nvSpPr>
          <p:spPr>
            <a:xfrm>
              <a:off x="4341195" y="5361068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4</a:t>
              </a:r>
            </a:p>
          </p:txBody>
        </p:sp>
      </p:grp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C6EF3A7-99DA-CB9E-CEF3-CF0AF511A83D}"/>
              </a:ext>
            </a:extLst>
          </p:cNvPr>
          <p:cNvSpPr/>
          <p:nvPr/>
        </p:nvSpPr>
        <p:spPr>
          <a:xfrm>
            <a:off x="2407206" y="217557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2B2FFB6-6D6E-90F0-0BB2-A666D1D45622}"/>
              </a:ext>
            </a:extLst>
          </p:cNvPr>
          <p:cNvSpPr/>
          <p:nvPr/>
        </p:nvSpPr>
        <p:spPr>
          <a:xfrm>
            <a:off x="2407206" y="253299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45249B9-CD4C-5B59-A09A-034784BBA9E5}"/>
              </a:ext>
            </a:extLst>
          </p:cNvPr>
          <p:cNvSpPr txBox="1"/>
          <p:nvPr/>
        </p:nvSpPr>
        <p:spPr>
          <a:xfrm>
            <a:off x="2294317" y="171230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W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E8BE3D3-74A8-E13D-E28F-9B01AF92249E}"/>
              </a:ext>
            </a:extLst>
          </p:cNvPr>
          <p:cNvSpPr txBox="1"/>
          <p:nvPr/>
        </p:nvSpPr>
        <p:spPr>
          <a:xfrm>
            <a:off x="2599198" y="5545419"/>
            <a:ext cx="2929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sz="1200" dirty="0"/>
              <a:t>5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531E63DA-441A-5E8D-06EC-BA12026452C0}"/>
              </a:ext>
            </a:extLst>
          </p:cNvPr>
          <p:cNvGrpSpPr/>
          <p:nvPr/>
        </p:nvGrpSpPr>
        <p:grpSpPr>
          <a:xfrm>
            <a:off x="2165110" y="2888735"/>
            <a:ext cx="5319061" cy="1410329"/>
            <a:chOff x="2165110" y="2888735"/>
            <a:chExt cx="5319061" cy="1410329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C7D3E88-3670-6267-615D-02DCCDC5CBA2}"/>
                </a:ext>
              </a:extLst>
            </p:cNvPr>
            <p:cNvSpPr/>
            <p:nvPr/>
          </p:nvSpPr>
          <p:spPr>
            <a:xfrm>
              <a:off x="2165110" y="2888735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B9096A7-116D-3138-8041-A99BBE383DD3}"/>
                </a:ext>
              </a:extLst>
            </p:cNvPr>
            <p:cNvSpPr/>
            <p:nvPr/>
          </p:nvSpPr>
          <p:spPr>
            <a:xfrm>
              <a:off x="3124254" y="2888735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F9C6E13-109B-5893-193E-90BDF689D1E3}"/>
                </a:ext>
              </a:extLst>
            </p:cNvPr>
            <p:cNvSpPr/>
            <p:nvPr/>
          </p:nvSpPr>
          <p:spPr>
            <a:xfrm>
              <a:off x="4066875" y="2888735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1126778-2B33-CF9C-C09B-5D8A2A23B2A1}"/>
                </a:ext>
              </a:extLst>
            </p:cNvPr>
            <p:cNvSpPr/>
            <p:nvPr/>
          </p:nvSpPr>
          <p:spPr>
            <a:xfrm>
              <a:off x="4915303" y="2888735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E4B9790-8DA9-00FC-62F3-16617023102B}"/>
                </a:ext>
              </a:extLst>
            </p:cNvPr>
            <p:cNvSpPr/>
            <p:nvPr/>
          </p:nvSpPr>
          <p:spPr>
            <a:xfrm>
              <a:off x="2165110" y="3051074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200A984-224D-82AF-566C-41A4DA9F1AEB}"/>
                </a:ext>
              </a:extLst>
            </p:cNvPr>
            <p:cNvSpPr/>
            <p:nvPr/>
          </p:nvSpPr>
          <p:spPr>
            <a:xfrm>
              <a:off x="3124254" y="3051074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6AA2651-13C0-5EB1-08D7-4D002FEC34D8}"/>
                </a:ext>
              </a:extLst>
            </p:cNvPr>
            <p:cNvSpPr/>
            <p:nvPr/>
          </p:nvSpPr>
          <p:spPr>
            <a:xfrm>
              <a:off x="4066875" y="3051074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DBB5166-9EA5-30D4-07BD-D497F3D359A6}"/>
                </a:ext>
              </a:extLst>
            </p:cNvPr>
            <p:cNvSpPr/>
            <p:nvPr/>
          </p:nvSpPr>
          <p:spPr>
            <a:xfrm>
              <a:off x="4915303" y="3051074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673616F-3907-50C7-383C-2EC02DAF3274}"/>
                </a:ext>
              </a:extLst>
            </p:cNvPr>
            <p:cNvSpPr/>
            <p:nvPr/>
          </p:nvSpPr>
          <p:spPr>
            <a:xfrm>
              <a:off x="2165110" y="3213413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FBDB972-C8C5-A321-E471-A4ED3405758F}"/>
                </a:ext>
              </a:extLst>
            </p:cNvPr>
            <p:cNvSpPr/>
            <p:nvPr/>
          </p:nvSpPr>
          <p:spPr>
            <a:xfrm>
              <a:off x="3124254" y="3213413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9DC1538-0FF8-BB7F-A5BC-E8C3088F8746}"/>
                </a:ext>
              </a:extLst>
            </p:cNvPr>
            <p:cNvSpPr/>
            <p:nvPr/>
          </p:nvSpPr>
          <p:spPr>
            <a:xfrm>
              <a:off x="4066875" y="3213413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A5B5F8D-F7C0-1CF9-4416-24A003D0D170}"/>
                </a:ext>
              </a:extLst>
            </p:cNvPr>
            <p:cNvSpPr/>
            <p:nvPr/>
          </p:nvSpPr>
          <p:spPr>
            <a:xfrm>
              <a:off x="4915303" y="3213413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16AF872-6331-C483-3E1E-F8A11DAECA74}"/>
                </a:ext>
              </a:extLst>
            </p:cNvPr>
            <p:cNvSpPr/>
            <p:nvPr/>
          </p:nvSpPr>
          <p:spPr>
            <a:xfrm>
              <a:off x="2165110" y="3375752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D471BFB-C93C-2ED7-7FEF-B612FCC79927}"/>
                </a:ext>
              </a:extLst>
            </p:cNvPr>
            <p:cNvSpPr/>
            <p:nvPr/>
          </p:nvSpPr>
          <p:spPr>
            <a:xfrm>
              <a:off x="3124254" y="3375752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2CAA234-4914-49E3-770C-F98F55F0AAD1}"/>
                </a:ext>
              </a:extLst>
            </p:cNvPr>
            <p:cNvSpPr/>
            <p:nvPr/>
          </p:nvSpPr>
          <p:spPr>
            <a:xfrm>
              <a:off x="4066875" y="3375752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7A6E7A7-92C5-AF87-FA95-D4AEEB11144B}"/>
                </a:ext>
              </a:extLst>
            </p:cNvPr>
            <p:cNvSpPr/>
            <p:nvPr/>
          </p:nvSpPr>
          <p:spPr>
            <a:xfrm>
              <a:off x="4915303" y="3375752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B83F470-5C9C-03C6-EF0B-B07858E8A1EC}"/>
                </a:ext>
              </a:extLst>
            </p:cNvPr>
            <p:cNvSpPr/>
            <p:nvPr/>
          </p:nvSpPr>
          <p:spPr>
            <a:xfrm>
              <a:off x="2165110" y="3538091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48A9D61-0B38-DC15-9DEF-83C75B8493CD}"/>
                </a:ext>
              </a:extLst>
            </p:cNvPr>
            <p:cNvSpPr/>
            <p:nvPr/>
          </p:nvSpPr>
          <p:spPr>
            <a:xfrm>
              <a:off x="3124254" y="3538091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3B99725-7AED-36D2-E77C-E23B1277056A}"/>
                </a:ext>
              </a:extLst>
            </p:cNvPr>
            <p:cNvSpPr/>
            <p:nvPr/>
          </p:nvSpPr>
          <p:spPr>
            <a:xfrm>
              <a:off x="4066875" y="3538091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6FA7187-2AC3-4CF3-3450-7E41E69C2C26}"/>
                </a:ext>
              </a:extLst>
            </p:cNvPr>
            <p:cNvSpPr/>
            <p:nvPr/>
          </p:nvSpPr>
          <p:spPr>
            <a:xfrm>
              <a:off x="4915303" y="3538091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7BF507F-0F9C-B019-B125-59610378A8E2}"/>
                </a:ext>
              </a:extLst>
            </p:cNvPr>
            <p:cNvSpPr/>
            <p:nvPr/>
          </p:nvSpPr>
          <p:spPr>
            <a:xfrm>
              <a:off x="2165110" y="3700430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718BB89-93F8-DBE7-49EC-78DD35C0BA7B}"/>
                </a:ext>
              </a:extLst>
            </p:cNvPr>
            <p:cNvSpPr/>
            <p:nvPr/>
          </p:nvSpPr>
          <p:spPr>
            <a:xfrm>
              <a:off x="3124254" y="3700430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E6E2FFD-DC3C-2BD0-83DA-2F031987750B}"/>
                </a:ext>
              </a:extLst>
            </p:cNvPr>
            <p:cNvSpPr/>
            <p:nvPr/>
          </p:nvSpPr>
          <p:spPr>
            <a:xfrm>
              <a:off x="4066875" y="3700430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B25C7D5-27BF-8BE7-4652-FCB57CAF94EF}"/>
                </a:ext>
              </a:extLst>
            </p:cNvPr>
            <p:cNvSpPr/>
            <p:nvPr/>
          </p:nvSpPr>
          <p:spPr>
            <a:xfrm>
              <a:off x="4915303" y="3700430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A3402E9-0FD3-5C33-9F57-0F314577F78E}"/>
                </a:ext>
              </a:extLst>
            </p:cNvPr>
            <p:cNvSpPr/>
            <p:nvPr/>
          </p:nvSpPr>
          <p:spPr>
            <a:xfrm>
              <a:off x="2165110" y="3862769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15646D4-FC04-062D-E944-A79DE4CAC3B5}"/>
                </a:ext>
              </a:extLst>
            </p:cNvPr>
            <p:cNvSpPr/>
            <p:nvPr/>
          </p:nvSpPr>
          <p:spPr>
            <a:xfrm>
              <a:off x="3124254" y="3862769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E3E1C15-1DDF-62CB-070E-A9160F2C6F5E}"/>
                </a:ext>
              </a:extLst>
            </p:cNvPr>
            <p:cNvSpPr/>
            <p:nvPr/>
          </p:nvSpPr>
          <p:spPr>
            <a:xfrm>
              <a:off x="4066875" y="3862769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8E29F26-1CB9-FF40-737D-622F1AC40FCC}"/>
                </a:ext>
              </a:extLst>
            </p:cNvPr>
            <p:cNvSpPr/>
            <p:nvPr/>
          </p:nvSpPr>
          <p:spPr>
            <a:xfrm>
              <a:off x="4915303" y="3862769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600973E-C254-A9F1-3414-1F91928891C3}"/>
                </a:ext>
              </a:extLst>
            </p:cNvPr>
            <p:cNvSpPr/>
            <p:nvPr/>
          </p:nvSpPr>
          <p:spPr>
            <a:xfrm>
              <a:off x="2165110" y="4025108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E0EC506-D5BC-548D-A913-BD259ED38DCE}"/>
                </a:ext>
              </a:extLst>
            </p:cNvPr>
            <p:cNvSpPr/>
            <p:nvPr/>
          </p:nvSpPr>
          <p:spPr>
            <a:xfrm>
              <a:off x="3124254" y="4025108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E62879F-EDEB-3839-DB5E-6846DA561B53}"/>
                </a:ext>
              </a:extLst>
            </p:cNvPr>
            <p:cNvSpPr/>
            <p:nvPr/>
          </p:nvSpPr>
          <p:spPr>
            <a:xfrm>
              <a:off x="4066875" y="4025108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6ACFC8A-DF31-DC14-4043-39D28483D836}"/>
                </a:ext>
              </a:extLst>
            </p:cNvPr>
            <p:cNvSpPr/>
            <p:nvPr/>
          </p:nvSpPr>
          <p:spPr>
            <a:xfrm>
              <a:off x="4915303" y="4025108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5481068-331F-B072-7282-3345BA878DF6}"/>
                </a:ext>
              </a:extLst>
            </p:cNvPr>
            <p:cNvSpPr/>
            <p:nvPr/>
          </p:nvSpPr>
          <p:spPr>
            <a:xfrm>
              <a:off x="2165110" y="4187447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35F60C2-6594-5012-2BF5-5EA23368FE09}"/>
                </a:ext>
              </a:extLst>
            </p:cNvPr>
            <p:cNvSpPr/>
            <p:nvPr/>
          </p:nvSpPr>
          <p:spPr>
            <a:xfrm>
              <a:off x="3124254" y="4187447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E9F45EE-1CA2-6A92-A982-60FC80935979}"/>
                </a:ext>
              </a:extLst>
            </p:cNvPr>
            <p:cNvSpPr/>
            <p:nvPr/>
          </p:nvSpPr>
          <p:spPr>
            <a:xfrm>
              <a:off x="4066875" y="4187447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D6A6D1B-8670-B966-8A3B-9A9873D94F61}"/>
                </a:ext>
              </a:extLst>
            </p:cNvPr>
            <p:cNvSpPr/>
            <p:nvPr/>
          </p:nvSpPr>
          <p:spPr>
            <a:xfrm>
              <a:off x="4915303" y="4187447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5FBD1E8-8269-3EE8-B916-BC4905BC2EDD}"/>
                </a:ext>
              </a:extLst>
            </p:cNvPr>
            <p:cNvSpPr/>
            <p:nvPr/>
          </p:nvSpPr>
          <p:spPr>
            <a:xfrm>
              <a:off x="2407205" y="2888735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68D6555-8844-B00D-E99F-6929A895339F}"/>
                </a:ext>
              </a:extLst>
            </p:cNvPr>
            <p:cNvSpPr/>
            <p:nvPr/>
          </p:nvSpPr>
          <p:spPr>
            <a:xfrm>
              <a:off x="2407205" y="3051074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185EBAC-95DA-3725-4289-A31F442734DA}"/>
                </a:ext>
              </a:extLst>
            </p:cNvPr>
            <p:cNvSpPr/>
            <p:nvPr/>
          </p:nvSpPr>
          <p:spPr>
            <a:xfrm>
              <a:off x="2407205" y="3213413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367B5F6-1427-A776-AFE7-3C21CEC1F2E0}"/>
                </a:ext>
              </a:extLst>
            </p:cNvPr>
            <p:cNvSpPr/>
            <p:nvPr/>
          </p:nvSpPr>
          <p:spPr>
            <a:xfrm>
              <a:off x="2407205" y="3375752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5CCE050B-A9FB-EB61-30F8-C9BB173FB09F}"/>
                </a:ext>
              </a:extLst>
            </p:cNvPr>
            <p:cNvSpPr/>
            <p:nvPr/>
          </p:nvSpPr>
          <p:spPr>
            <a:xfrm>
              <a:off x="2407205" y="3538091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BB697D2-3329-E848-2A2B-F1FFD3C7BD67}"/>
                </a:ext>
              </a:extLst>
            </p:cNvPr>
            <p:cNvSpPr/>
            <p:nvPr/>
          </p:nvSpPr>
          <p:spPr>
            <a:xfrm>
              <a:off x="2407205" y="3700430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425E31B3-2DDB-E86C-9C50-C9F0C574CCA5}"/>
                </a:ext>
              </a:extLst>
            </p:cNvPr>
            <p:cNvSpPr/>
            <p:nvPr/>
          </p:nvSpPr>
          <p:spPr>
            <a:xfrm>
              <a:off x="2407205" y="3862769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FDB4DE2-D2DF-7EB5-D5DA-CA26ED4BFA05}"/>
                </a:ext>
              </a:extLst>
            </p:cNvPr>
            <p:cNvSpPr/>
            <p:nvPr/>
          </p:nvSpPr>
          <p:spPr>
            <a:xfrm>
              <a:off x="2407205" y="4025108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BCD97135-5CDB-F78A-82E1-BF69B415C306}"/>
                </a:ext>
              </a:extLst>
            </p:cNvPr>
            <p:cNvSpPr/>
            <p:nvPr/>
          </p:nvSpPr>
          <p:spPr>
            <a:xfrm>
              <a:off x="2407205" y="4187447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3" name="Right Brace 152">
              <a:extLst>
                <a:ext uri="{FF2B5EF4-FFF2-40B4-BE49-F238E27FC236}">
                  <a16:creationId xmlns:a16="http://schemas.microsoft.com/office/drawing/2014/main" id="{DEE8CD78-84BB-A439-0FBF-1CEF736CE664}"/>
                </a:ext>
              </a:extLst>
            </p:cNvPr>
            <p:cNvSpPr/>
            <p:nvPr/>
          </p:nvSpPr>
          <p:spPr>
            <a:xfrm>
              <a:off x="5804460" y="2888735"/>
              <a:ext cx="367748" cy="1410329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848AC894-40D8-A9E9-A0BA-A0EC755F438C}"/>
                </a:ext>
              </a:extLst>
            </p:cNvPr>
            <p:cNvSpPr txBox="1"/>
            <p:nvPr/>
          </p:nvSpPr>
          <p:spPr>
            <a:xfrm>
              <a:off x="6182145" y="3393973"/>
              <a:ext cx="1302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H" dirty="0"/>
                <a:t>reads</a:t>
              </a:r>
            </a:p>
          </p:txBody>
        </p:sp>
      </p:grpSp>
      <p:sp>
        <p:nvSpPr>
          <p:cNvPr id="155" name="Right Brace 154">
            <a:extLst>
              <a:ext uri="{FF2B5EF4-FFF2-40B4-BE49-F238E27FC236}">
                <a16:creationId xmlns:a16="http://schemas.microsoft.com/office/drawing/2014/main" id="{E9D07239-C5CC-B4A0-39BA-061B5FBC48B6}"/>
              </a:ext>
            </a:extLst>
          </p:cNvPr>
          <p:cNvSpPr/>
          <p:nvPr/>
        </p:nvSpPr>
        <p:spPr>
          <a:xfrm>
            <a:off x="5804460" y="2168537"/>
            <a:ext cx="367748" cy="53379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02345EA-9C50-6EA1-5DC4-8CA902B8F920}"/>
              </a:ext>
            </a:extLst>
          </p:cNvPr>
          <p:cNvSpPr txBox="1"/>
          <p:nvPr/>
        </p:nvSpPr>
        <p:spPr>
          <a:xfrm>
            <a:off x="6172207" y="2224450"/>
            <a:ext cx="2623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genotype (unknown)</a:t>
            </a:r>
          </a:p>
        </p:txBody>
      </p:sp>
    </p:spTree>
    <p:extLst>
      <p:ext uri="{BB962C8B-B14F-4D97-AF65-F5344CB8AC3E}">
        <p14:creationId xmlns:p14="http://schemas.microsoft.com/office/powerpoint/2010/main" val="409838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A4606-15E3-E914-B13D-B5966CB9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75B7-35A5-E445-3DD1-5F2AEE3E9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What are the alleles?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3158F-8A98-02EE-73F1-B1CF517B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8</a:t>
            </a:fld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4E8DBD-30BC-77F0-D8E5-70953DC7BF3C}"/>
              </a:ext>
            </a:extLst>
          </p:cNvPr>
          <p:cNvSpPr/>
          <p:nvPr/>
        </p:nvSpPr>
        <p:spPr>
          <a:xfrm>
            <a:off x="2165109" y="2177251"/>
            <a:ext cx="3567291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8A2C5B-CDD2-9D3D-DAAB-069633F93F5C}"/>
              </a:ext>
            </a:extLst>
          </p:cNvPr>
          <p:cNvSpPr/>
          <p:nvPr/>
        </p:nvSpPr>
        <p:spPr>
          <a:xfrm>
            <a:off x="2165111" y="2532993"/>
            <a:ext cx="3567290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7F7DAE-9381-881D-BFA9-F1A296CAB8FD}"/>
              </a:ext>
            </a:extLst>
          </p:cNvPr>
          <p:cNvSpPr/>
          <p:nvPr/>
        </p:nvSpPr>
        <p:spPr>
          <a:xfrm>
            <a:off x="3124255" y="2532993"/>
            <a:ext cx="169333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E759B4-9671-8244-A1C1-A481CBFC5392}"/>
              </a:ext>
            </a:extLst>
          </p:cNvPr>
          <p:cNvSpPr/>
          <p:nvPr/>
        </p:nvSpPr>
        <p:spPr>
          <a:xfrm>
            <a:off x="3124254" y="2177251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accent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5EDF0E-1E7A-96FD-EC18-551BF778CD7F}"/>
              </a:ext>
            </a:extLst>
          </p:cNvPr>
          <p:cNvSpPr/>
          <p:nvPr/>
        </p:nvSpPr>
        <p:spPr>
          <a:xfrm>
            <a:off x="4066876" y="2532993"/>
            <a:ext cx="169333" cy="169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8DAAC8-715B-8314-2C60-819BECA94276}"/>
              </a:ext>
            </a:extLst>
          </p:cNvPr>
          <p:cNvSpPr/>
          <p:nvPr/>
        </p:nvSpPr>
        <p:spPr>
          <a:xfrm>
            <a:off x="4066876" y="2177251"/>
            <a:ext cx="169333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B47BAF-80A4-5DB5-3682-856FF4C9F21C}"/>
              </a:ext>
            </a:extLst>
          </p:cNvPr>
          <p:cNvSpPr/>
          <p:nvPr/>
        </p:nvSpPr>
        <p:spPr>
          <a:xfrm>
            <a:off x="4915304" y="2175573"/>
            <a:ext cx="169333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1E50B6-8DF9-DE4E-49E0-482059B685A2}"/>
              </a:ext>
            </a:extLst>
          </p:cNvPr>
          <p:cNvSpPr/>
          <p:nvPr/>
        </p:nvSpPr>
        <p:spPr>
          <a:xfrm>
            <a:off x="4915304" y="253299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A79BBD-CADE-CD55-5113-F7D56286A3A8}"/>
              </a:ext>
            </a:extLst>
          </p:cNvPr>
          <p:cNvSpPr txBox="1"/>
          <p:nvPr/>
        </p:nvSpPr>
        <p:spPr>
          <a:xfrm>
            <a:off x="3011365" y="1723823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351DD2-534A-7CD1-EAC9-3D43D301239A}"/>
              </a:ext>
            </a:extLst>
          </p:cNvPr>
          <p:cNvSpPr txBox="1"/>
          <p:nvPr/>
        </p:nvSpPr>
        <p:spPr>
          <a:xfrm>
            <a:off x="3953987" y="171230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D571A5-CF70-49AE-13DC-8F2B09F2D6FC}"/>
              </a:ext>
            </a:extLst>
          </p:cNvPr>
          <p:cNvSpPr txBox="1"/>
          <p:nvPr/>
        </p:nvSpPr>
        <p:spPr>
          <a:xfrm>
            <a:off x="4802415" y="171230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Z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C443B1D-A008-41D6-265B-2A0BF6A935ED}"/>
              </a:ext>
            </a:extLst>
          </p:cNvPr>
          <p:cNvSpPr/>
          <p:nvPr/>
        </p:nvSpPr>
        <p:spPr>
          <a:xfrm>
            <a:off x="2165108" y="4352706"/>
            <a:ext cx="3567290" cy="810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ACDA946-B601-A6E7-DF35-089FDFCB5F8C}"/>
              </a:ext>
            </a:extLst>
          </p:cNvPr>
          <p:cNvSpPr/>
          <p:nvPr/>
        </p:nvSpPr>
        <p:spPr>
          <a:xfrm>
            <a:off x="3124252" y="4352706"/>
            <a:ext cx="169333" cy="810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EE28675-514F-D3B8-295E-12A32A38477D}"/>
              </a:ext>
            </a:extLst>
          </p:cNvPr>
          <p:cNvSpPr/>
          <p:nvPr/>
        </p:nvSpPr>
        <p:spPr>
          <a:xfrm>
            <a:off x="4066873" y="4352706"/>
            <a:ext cx="169333" cy="8109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094474B-4685-1595-9C20-A72ED87D6DFF}"/>
              </a:ext>
            </a:extLst>
          </p:cNvPr>
          <p:cNvSpPr/>
          <p:nvPr/>
        </p:nvSpPr>
        <p:spPr>
          <a:xfrm>
            <a:off x="4915301" y="4352706"/>
            <a:ext cx="169333" cy="8109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714DD44-E3B6-721D-B2F8-5AC33781D3B1}"/>
              </a:ext>
            </a:extLst>
          </p:cNvPr>
          <p:cNvSpPr/>
          <p:nvPr/>
        </p:nvSpPr>
        <p:spPr>
          <a:xfrm>
            <a:off x="4022331" y="6306796"/>
            <a:ext cx="258417" cy="25841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73D20C0-5B25-CA39-265E-8250131151D6}"/>
              </a:ext>
            </a:extLst>
          </p:cNvPr>
          <p:cNvCxnSpPr>
            <a:cxnSpLocks/>
            <a:stCxn id="83" idx="5"/>
            <a:endCxn id="109" idx="1"/>
          </p:cNvCxnSpPr>
          <p:nvPr/>
        </p:nvCxnSpPr>
        <p:spPr>
          <a:xfrm>
            <a:off x="3300283" y="5747879"/>
            <a:ext cx="759892" cy="5967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E1DC617-78CF-8322-507E-8DA0B8A75F38}"/>
              </a:ext>
            </a:extLst>
          </p:cNvPr>
          <p:cNvCxnSpPr>
            <a:cxnSpLocks/>
            <a:stCxn id="109" idx="7"/>
            <a:endCxn id="87" idx="3"/>
          </p:cNvCxnSpPr>
          <p:nvPr/>
        </p:nvCxnSpPr>
        <p:spPr>
          <a:xfrm flipV="1">
            <a:off x="4242904" y="5748829"/>
            <a:ext cx="665699" cy="5958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8B2488CB-BCF1-E38C-3039-7294E431F2D0}"/>
              </a:ext>
            </a:extLst>
          </p:cNvPr>
          <p:cNvGrpSpPr/>
          <p:nvPr/>
        </p:nvGrpSpPr>
        <p:grpSpPr>
          <a:xfrm>
            <a:off x="2444418" y="4603692"/>
            <a:ext cx="2684758" cy="1182981"/>
            <a:chOff x="2444418" y="4603692"/>
            <a:chExt cx="2684758" cy="1182981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D5E4BD7-8431-60D7-5584-57933A6AC059}"/>
                </a:ext>
              </a:extLst>
            </p:cNvPr>
            <p:cNvSpPr/>
            <p:nvPr/>
          </p:nvSpPr>
          <p:spPr>
            <a:xfrm>
              <a:off x="2444418" y="5135608"/>
              <a:ext cx="258417" cy="25841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3CFE8D47-9593-DAD7-A7F1-FED97DF1CDCA}"/>
                </a:ext>
              </a:extLst>
            </p:cNvPr>
            <p:cNvSpPr/>
            <p:nvPr/>
          </p:nvSpPr>
          <p:spPr>
            <a:xfrm>
              <a:off x="3079709" y="4747815"/>
              <a:ext cx="258417" cy="2584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16301B2-1F0A-0687-E88A-97C89029277E}"/>
                </a:ext>
              </a:extLst>
            </p:cNvPr>
            <p:cNvSpPr/>
            <p:nvPr/>
          </p:nvSpPr>
          <p:spPr>
            <a:xfrm>
              <a:off x="3079710" y="5527306"/>
              <a:ext cx="258417" cy="25841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506BF1D-6063-228D-8A7C-E52F3E477F39}"/>
                </a:ext>
              </a:extLst>
            </p:cNvPr>
            <p:cNvSpPr/>
            <p:nvPr/>
          </p:nvSpPr>
          <p:spPr>
            <a:xfrm>
              <a:off x="4022331" y="4747815"/>
              <a:ext cx="258417" cy="25841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DF327B7A-93C5-73DC-D85B-91D223082F76}"/>
                </a:ext>
              </a:extLst>
            </p:cNvPr>
            <p:cNvSpPr/>
            <p:nvPr/>
          </p:nvSpPr>
          <p:spPr>
            <a:xfrm>
              <a:off x="4022331" y="5527306"/>
              <a:ext cx="258417" cy="25841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C466DBF-0FA6-F11B-7730-8D61426186E0}"/>
                </a:ext>
              </a:extLst>
            </p:cNvPr>
            <p:cNvSpPr/>
            <p:nvPr/>
          </p:nvSpPr>
          <p:spPr>
            <a:xfrm>
              <a:off x="4870759" y="4747815"/>
              <a:ext cx="258417" cy="25841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AC30703-610E-CE77-9E27-B09CFE23F9C2}"/>
                </a:ext>
              </a:extLst>
            </p:cNvPr>
            <p:cNvSpPr/>
            <p:nvPr/>
          </p:nvSpPr>
          <p:spPr>
            <a:xfrm>
              <a:off x="4870759" y="5528256"/>
              <a:ext cx="258417" cy="2584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B397639-31A3-A77C-919A-CC877B3A2F9C}"/>
                </a:ext>
              </a:extLst>
            </p:cNvPr>
            <p:cNvCxnSpPr>
              <a:stCxn id="81" idx="7"/>
              <a:endCxn id="82" idx="2"/>
            </p:cNvCxnSpPr>
            <p:nvPr/>
          </p:nvCxnSpPr>
          <p:spPr>
            <a:xfrm flipV="1">
              <a:off x="2664991" y="4877024"/>
              <a:ext cx="414718" cy="29642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89333D25-1EC0-70A4-851C-20EAAF195EAC}"/>
                </a:ext>
              </a:extLst>
            </p:cNvPr>
            <p:cNvCxnSpPr>
              <a:cxnSpLocks/>
              <a:stCxn id="81" idx="5"/>
              <a:endCxn id="83" idx="2"/>
            </p:cNvCxnSpPr>
            <p:nvPr/>
          </p:nvCxnSpPr>
          <p:spPr>
            <a:xfrm>
              <a:off x="2664991" y="5356181"/>
              <a:ext cx="414719" cy="30033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04BF3407-688E-FDCF-5BFE-2433E6E5F415}"/>
                </a:ext>
              </a:extLst>
            </p:cNvPr>
            <p:cNvCxnSpPr>
              <a:cxnSpLocks/>
              <a:stCxn id="83" idx="6"/>
              <a:endCxn id="85" idx="2"/>
            </p:cNvCxnSpPr>
            <p:nvPr/>
          </p:nvCxnSpPr>
          <p:spPr>
            <a:xfrm>
              <a:off x="3338127" y="5656515"/>
              <a:ext cx="68420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9109C489-CFBC-2643-4E28-BDA32890E0FC}"/>
                </a:ext>
              </a:extLst>
            </p:cNvPr>
            <p:cNvCxnSpPr>
              <a:cxnSpLocks/>
              <a:stCxn id="85" idx="6"/>
              <a:endCxn id="87" idx="2"/>
            </p:cNvCxnSpPr>
            <p:nvPr/>
          </p:nvCxnSpPr>
          <p:spPr>
            <a:xfrm>
              <a:off x="4280748" y="5656515"/>
              <a:ext cx="590011" cy="95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5E4D2391-F4E4-0C67-86B0-97E7A922170F}"/>
                </a:ext>
              </a:extLst>
            </p:cNvPr>
            <p:cNvCxnSpPr>
              <a:cxnSpLocks/>
              <a:stCxn id="84" idx="6"/>
              <a:endCxn id="86" idx="2"/>
            </p:cNvCxnSpPr>
            <p:nvPr/>
          </p:nvCxnSpPr>
          <p:spPr>
            <a:xfrm>
              <a:off x="4280748" y="4877024"/>
              <a:ext cx="59001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66FD667C-A241-595F-E09C-AC4DC5ABBE24}"/>
                </a:ext>
              </a:extLst>
            </p:cNvPr>
            <p:cNvCxnSpPr>
              <a:cxnSpLocks/>
              <a:stCxn id="82" idx="6"/>
              <a:endCxn id="84" idx="2"/>
            </p:cNvCxnSpPr>
            <p:nvPr/>
          </p:nvCxnSpPr>
          <p:spPr>
            <a:xfrm>
              <a:off x="3338126" y="4877024"/>
              <a:ext cx="68420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F88AB81-8B2B-4C24-06C2-E8037F668349}"/>
                </a:ext>
              </a:extLst>
            </p:cNvPr>
            <p:cNvSpPr txBox="1"/>
            <p:nvPr/>
          </p:nvSpPr>
          <p:spPr>
            <a:xfrm>
              <a:off x="2512462" y="4809667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5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0026D44-416B-B9F3-0FFF-A5695411CA2F}"/>
                </a:ext>
              </a:extLst>
            </p:cNvPr>
            <p:cNvSpPr txBox="1"/>
            <p:nvPr/>
          </p:nvSpPr>
          <p:spPr>
            <a:xfrm>
              <a:off x="3448271" y="4603692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5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7AEEFD5-78B0-34F0-DF25-9D7A2D3ACD0D}"/>
                </a:ext>
              </a:extLst>
            </p:cNvPr>
            <p:cNvSpPr txBox="1"/>
            <p:nvPr/>
          </p:nvSpPr>
          <p:spPr>
            <a:xfrm>
              <a:off x="4341196" y="4610188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5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1E35DE7-4729-FE0A-89CA-383B78F7CDD5}"/>
                </a:ext>
              </a:extLst>
            </p:cNvPr>
            <p:cNvSpPr txBox="1"/>
            <p:nvPr/>
          </p:nvSpPr>
          <p:spPr>
            <a:xfrm>
              <a:off x="2573627" y="5502243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4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ACB8BEE-D51D-54C2-EE3B-83925B0F525B}"/>
                </a:ext>
              </a:extLst>
            </p:cNvPr>
            <p:cNvSpPr txBox="1"/>
            <p:nvPr/>
          </p:nvSpPr>
          <p:spPr>
            <a:xfrm>
              <a:off x="3431706" y="5363743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4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013FC03-8212-A077-C0FE-B4990659DDA5}"/>
                </a:ext>
              </a:extLst>
            </p:cNvPr>
            <p:cNvSpPr txBox="1"/>
            <p:nvPr/>
          </p:nvSpPr>
          <p:spPr>
            <a:xfrm>
              <a:off x="4341195" y="5361068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4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E81AFCE6-1B54-D9AA-9098-E71D965AB2ED}"/>
              </a:ext>
            </a:extLst>
          </p:cNvPr>
          <p:cNvSpPr txBox="1"/>
          <p:nvPr/>
        </p:nvSpPr>
        <p:spPr>
          <a:xfrm>
            <a:off x="3430277" y="6123794"/>
            <a:ext cx="395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200" dirty="0"/>
              <a:t>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9CBE6FA-CA6C-636C-1D4B-4A4730CB5826}"/>
              </a:ext>
            </a:extLst>
          </p:cNvPr>
          <p:cNvSpPr txBox="1"/>
          <p:nvPr/>
        </p:nvSpPr>
        <p:spPr>
          <a:xfrm>
            <a:off x="4459355" y="6107570"/>
            <a:ext cx="395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200" dirty="0"/>
              <a:t>1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D656B9E-F2C5-CCF8-6D0E-03EA8EA526E0}"/>
              </a:ext>
            </a:extLst>
          </p:cNvPr>
          <p:cNvSpPr/>
          <p:nvPr/>
        </p:nvSpPr>
        <p:spPr>
          <a:xfrm>
            <a:off x="2407206" y="217557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ACD644A-3410-0402-D7E7-B6863CB48896}"/>
              </a:ext>
            </a:extLst>
          </p:cNvPr>
          <p:cNvSpPr/>
          <p:nvPr/>
        </p:nvSpPr>
        <p:spPr>
          <a:xfrm>
            <a:off x="2407206" y="253299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B6634D6-A292-D9CC-E8EF-B7DDA8B1FEF1}"/>
              </a:ext>
            </a:extLst>
          </p:cNvPr>
          <p:cNvSpPr txBox="1"/>
          <p:nvPr/>
        </p:nvSpPr>
        <p:spPr>
          <a:xfrm>
            <a:off x="2294317" y="171230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W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20B4516-021D-A0B4-D853-AC5D2BC1AC4C}"/>
              </a:ext>
            </a:extLst>
          </p:cNvPr>
          <p:cNvSpPr/>
          <p:nvPr/>
        </p:nvSpPr>
        <p:spPr>
          <a:xfrm>
            <a:off x="2407203" y="4352706"/>
            <a:ext cx="169333" cy="8109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3F6FAD1-4C91-5B29-5D5C-5F1359DCF075}"/>
              </a:ext>
            </a:extLst>
          </p:cNvPr>
          <p:cNvSpPr txBox="1"/>
          <p:nvPr/>
        </p:nvSpPr>
        <p:spPr>
          <a:xfrm>
            <a:off x="2599198" y="5545419"/>
            <a:ext cx="2929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sz="1200" dirty="0"/>
              <a:t>5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C1EE1E6-3B33-ECB5-084B-39FCB624F2B4}"/>
              </a:ext>
            </a:extLst>
          </p:cNvPr>
          <p:cNvGrpSpPr/>
          <p:nvPr/>
        </p:nvGrpSpPr>
        <p:grpSpPr>
          <a:xfrm>
            <a:off x="2165110" y="2888735"/>
            <a:ext cx="5319061" cy="1410329"/>
            <a:chOff x="2165110" y="2888735"/>
            <a:chExt cx="5319061" cy="1410329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410A701-2AF1-ACA9-BF35-0D93FDE2838E}"/>
                </a:ext>
              </a:extLst>
            </p:cNvPr>
            <p:cNvSpPr/>
            <p:nvPr/>
          </p:nvSpPr>
          <p:spPr>
            <a:xfrm>
              <a:off x="2165110" y="2888735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2C80717-B8E7-99EF-5B98-EA6939F08385}"/>
                </a:ext>
              </a:extLst>
            </p:cNvPr>
            <p:cNvSpPr/>
            <p:nvPr/>
          </p:nvSpPr>
          <p:spPr>
            <a:xfrm>
              <a:off x="3124254" y="2888735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F162552-871B-9E15-8AE3-25CA30A645FF}"/>
                </a:ext>
              </a:extLst>
            </p:cNvPr>
            <p:cNvSpPr/>
            <p:nvPr/>
          </p:nvSpPr>
          <p:spPr>
            <a:xfrm>
              <a:off x="4066875" y="2888735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01AD3C9-A0AE-E5E9-A540-61434D8FB0CC}"/>
                </a:ext>
              </a:extLst>
            </p:cNvPr>
            <p:cNvSpPr/>
            <p:nvPr/>
          </p:nvSpPr>
          <p:spPr>
            <a:xfrm>
              <a:off x="4915303" y="2888735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E3FAD2A-0B46-7B2B-0A9E-C881CAE7837E}"/>
                </a:ext>
              </a:extLst>
            </p:cNvPr>
            <p:cNvSpPr/>
            <p:nvPr/>
          </p:nvSpPr>
          <p:spPr>
            <a:xfrm>
              <a:off x="2165110" y="3051074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13D8EDC-6636-AA3F-2223-C47546D556C1}"/>
                </a:ext>
              </a:extLst>
            </p:cNvPr>
            <p:cNvSpPr/>
            <p:nvPr/>
          </p:nvSpPr>
          <p:spPr>
            <a:xfrm>
              <a:off x="3124254" y="3051074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FF02324-D3B8-CC1C-7A97-C9E4504F11CE}"/>
                </a:ext>
              </a:extLst>
            </p:cNvPr>
            <p:cNvSpPr/>
            <p:nvPr/>
          </p:nvSpPr>
          <p:spPr>
            <a:xfrm>
              <a:off x="4066875" y="3051074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CA660B3-4A7E-0FE2-7673-92923E172EF2}"/>
                </a:ext>
              </a:extLst>
            </p:cNvPr>
            <p:cNvSpPr/>
            <p:nvPr/>
          </p:nvSpPr>
          <p:spPr>
            <a:xfrm>
              <a:off x="4915303" y="3051074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35399DC-92CC-91BC-2B17-39F86571E38D}"/>
                </a:ext>
              </a:extLst>
            </p:cNvPr>
            <p:cNvSpPr/>
            <p:nvPr/>
          </p:nvSpPr>
          <p:spPr>
            <a:xfrm>
              <a:off x="2165110" y="3213413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E879D3D-57AA-9755-68BE-F8C46C17D69D}"/>
                </a:ext>
              </a:extLst>
            </p:cNvPr>
            <p:cNvSpPr/>
            <p:nvPr/>
          </p:nvSpPr>
          <p:spPr>
            <a:xfrm>
              <a:off x="3124254" y="3213413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98B72F1-0C20-A879-169B-6CF2D1BC1430}"/>
                </a:ext>
              </a:extLst>
            </p:cNvPr>
            <p:cNvSpPr/>
            <p:nvPr/>
          </p:nvSpPr>
          <p:spPr>
            <a:xfrm>
              <a:off x="4066875" y="3213413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28D4E67-B1BD-389D-A338-BFAF7826AED2}"/>
                </a:ext>
              </a:extLst>
            </p:cNvPr>
            <p:cNvSpPr/>
            <p:nvPr/>
          </p:nvSpPr>
          <p:spPr>
            <a:xfrm>
              <a:off x="4915303" y="3213413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14786F5-7E48-353A-DE01-C313B0068C96}"/>
                </a:ext>
              </a:extLst>
            </p:cNvPr>
            <p:cNvSpPr/>
            <p:nvPr/>
          </p:nvSpPr>
          <p:spPr>
            <a:xfrm>
              <a:off x="2165110" y="3375752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10D2BE3-B154-8BC6-F2E8-FD8BBD76CA32}"/>
                </a:ext>
              </a:extLst>
            </p:cNvPr>
            <p:cNvSpPr/>
            <p:nvPr/>
          </p:nvSpPr>
          <p:spPr>
            <a:xfrm>
              <a:off x="3124254" y="3375752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3D0179A-96E9-8A9D-223B-89B06BFAE7B6}"/>
                </a:ext>
              </a:extLst>
            </p:cNvPr>
            <p:cNvSpPr/>
            <p:nvPr/>
          </p:nvSpPr>
          <p:spPr>
            <a:xfrm>
              <a:off x="4066875" y="3375752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4343F1D-1B31-6BCD-36A0-159895551AEF}"/>
                </a:ext>
              </a:extLst>
            </p:cNvPr>
            <p:cNvSpPr/>
            <p:nvPr/>
          </p:nvSpPr>
          <p:spPr>
            <a:xfrm>
              <a:off x="4915303" y="3375752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8681193-8C30-4679-97C0-3B03A520C876}"/>
                </a:ext>
              </a:extLst>
            </p:cNvPr>
            <p:cNvSpPr/>
            <p:nvPr/>
          </p:nvSpPr>
          <p:spPr>
            <a:xfrm>
              <a:off x="2165110" y="3538091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4AE2218-7D3C-5110-55AA-8B7032821B51}"/>
                </a:ext>
              </a:extLst>
            </p:cNvPr>
            <p:cNvSpPr/>
            <p:nvPr/>
          </p:nvSpPr>
          <p:spPr>
            <a:xfrm>
              <a:off x="3124254" y="3538091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B779A41-A31E-DAE6-7B77-1D3FB8812B77}"/>
                </a:ext>
              </a:extLst>
            </p:cNvPr>
            <p:cNvSpPr/>
            <p:nvPr/>
          </p:nvSpPr>
          <p:spPr>
            <a:xfrm>
              <a:off x="4066875" y="3538091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A4E605A-12D8-FCF5-5F9C-5BF1B3950E88}"/>
                </a:ext>
              </a:extLst>
            </p:cNvPr>
            <p:cNvSpPr/>
            <p:nvPr/>
          </p:nvSpPr>
          <p:spPr>
            <a:xfrm>
              <a:off x="4915303" y="3538091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7FA9C4B-419E-1034-FF94-60223A8DD703}"/>
                </a:ext>
              </a:extLst>
            </p:cNvPr>
            <p:cNvSpPr/>
            <p:nvPr/>
          </p:nvSpPr>
          <p:spPr>
            <a:xfrm>
              <a:off x="2165110" y="3700430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7787821-0C4B-23A3-F4C4-E008C48AF1F4}"/>
                </a:ext>
              </a:extLst>
            </p:cNvPr>
            <p:cNvSpPr/>
            <p:nvPr/>
          </p:nvSpPr>
          <p:spPr>
            <a:xfrm>
              <a:off x="3124254" y="3700430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72FA365-9B38-05ED-4098-94C12A5171F1}"/>
                </a:ext>
              </a:extLst>
            </p:cNvPr>
            <p:cNvSpPr/>
            <p:nvPr/>
          </p:nvSpPr>
          <p:spPr>
            <a:xfrm>
              <a:off x="4066875" y="3700430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0DB7CD8-8877-3F10-CB1A-58D55EEDE8B7}"/>
                </a:ext>
              </a:extLst>
            </p:cNvPr>
            <p:cNvSpPr/>
            <p:nvPr/>
          </p:nvSpPr>
          <p:spPr>
            <a:xfrm>
              <a:off x="4915303" y="3700430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7874075-6894-90F0-8060-E1680C3ABF77}"/>
                </a:ext>
              </a:extLst>
            </p:cNvPr>
            <p:cNvSpPr/>
            <p:nvPr/>
          </p:nvSpPr>
          <p:spPr>
            <a:xfrm>
              <a:off x="2165110" y="3862769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81C369E-617F-5E13-659B-28D03FB68788}"/>
                </a:ext>
              </a:extLst>
            </p:cNvPr>
            <p:cNvSpPr/>
            <p:nvPr/>
          </p:nvSpPr>
          <p:spPr>
            <a:xfrm>
              <a:off x="3124254" y="3862769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4E8ADD8-784E-3911-D1A9-D2C8744E572D}"/>
                </a:ext>
              </a:extLst>
            </p:cNvPr>
            <p:cNvSpPr/>
            <p:nvPr/>
          </p:nvSpPr>
          <p:spPr>
            <a:xfrm>
              <a:off x="4066875" y="3862769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2AE3BDD-59F8-F28B-9C1E-39435C509B96}"/>
                </a:ext>
              </a:extLst>
            </p:cNvPr>
            <p:cNvSpPr/>
            <p:nvPr/>
          </p:nvSpPr>
          <p:spPr>
            <a:xfrm>
              <a:off x="4915303" y="3862769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4703C49-E600-A294-6D02-4714856834C8}"/>
                </a:ext>
              </a:extLst>
            </p:cNvPr>
            <p:cNvSpPr/>
            <p:nvPr/>
          </p:nvSpPr>
          <p:spPr>
            <a:xfrm>
              <a:off x="2165110" y="4025108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7B38B4E-AE66-38F4-B8EC-82CD958C9E68}"/>
                </a:ext>
              </a:extLst>
            </p:cNvPr>
            <p:cNvSpPr/>
            <p:nvPr/>
          </p:nvSpPr>
          <p:spPr>
            <a:xfrm>
              <a:off x="3124254" y="4025108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D758D85-5E77-5740-5D41-430A10B10EC1}"/>
                </a:ext>
              </a:extLst>
            </p:cNvPr>
            <p:cNvSpPr/>
            <p:nvPr/>
          </p:nvSpPr>
          <p:spPr>
            <a:xfrm>
              <a:off x="4066875" y="4025108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C56B17B-DA34-687B-ABB2-55EEA924D64D}"/>
                </a:ext>
              </a:extLst>
            </p:cNvPr>
            <p:cNvSpPr/>
            <p:nvPr/>
          </p:nvSpPr>
          <p:spPr>
            <a:xfrm>
              <a:off x="4915303" y="4025108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B0A2EC9-11A3-E583-5BD5-CE83CD069EE2}"/>
                </a:ext>
              </a:extLst>
            </p:cNvPr>
            <p:cNvSpPr/>
            <p:nvPr/>
          </p:nvSpPr>
          <p:spPr>
            <a:xfrm>
              <a:off x="2165110" y="4187447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6808F1B-91F0-801A-452F-1ED633A3223D}"/>
                </a:ext>
              </a:extLst>
            </p:cNvPr>
            <p:cNvSpPr/>
            <p:nvPr/>
          </p:nvSpPr>
          <p:spPr>
            <a:xfrm>
              <a:off x="3124254" y="4187447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6B7F224-FC03-4CED-E7BA-85F2B2637C25}"/>
                </a:ext>
              </a:extLst>
            </p:cNvPr>
            <p:cNvSpPr/>
            <p:nvPr/>
          </p:nvSpPr>
          <p:spPr>
            <a:xfrm>
              <a:off x="4066875" y="4187447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05AA154-EE0E-34FE-D212-85614432EFC6}"/>
                </a:ext>
              </a:extLst>
            </p:cNvPr>
            <p:cNvSpPr/>
            <p:nvPr/>
          </p:nvSpPr>
          <p:spPr>
            <a:xfrm>
              <a:off x="4915303" y="4187447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417EA162-5FDE-F69A-8F49-74D2B29CE6D4}"/>
                </a:ext>
              </a:extLst>
            </p:cNvPr>
            <p:cNvSpPr/>
            <p:nvPr/>
          </p:nvSpPr>
          <p:spPr>
            <a:xfrm>
              <a:off x="2407205" y="2888735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AA7CB77-614A-3ABE-A0E1-A1056BADE833}"/>
                </a:ext>
              </a:extLst>
            </p:cNvPr>
            <p:cNvSpPr/>
            <p:nvPr/>
          </p:nvSpPr>
          <p:spPr>
            <a:xfrm>
              <a:off x="2407205" y="3051074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F8EC831-2835-4ED8-47C7-D81D07564711}"/>
                </a:ext>
              </a:extLst>
            </p:cNvPr>
            <p:cNvSpPr/>
            <p:nvPr/>
          </p:nvSpPr>
          <p:spPr>
            <a:xfrm>
              <a:off x="2407205" y="3213413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CED3E9D1-C4CD-3FED-0FF8-78BD7B004BEC}"/>
                </a:ext>
              </a:extLst>
            </p:cNvPr>
            <p:cNvSpPr/>
            <p:nvPr/>
          </p:nvSpPr>
          <p:spPr>
            <a:xfrm>
              <a:off x="2407205" y="3375752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9A7F2CE-B5AD-B399-6FE9-260F1B034E6E}"/>
                </a:ext>
              </a:extLst>
            </p:cNvPr>
            <p:cNvSpPr/>
            <p:nvPr/>
          </p:nvSpPr>
          <p:spPr>
            <a:xfrm>
              <a:off x="2407205" y="3538091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0819F99B-38D4-1706-C453-1C0CDC113B24}"/>
                </a:ext>
              </a:extLst>
            </p:cNvPr>
            <p:cNvSpPr/>
            <p:nvPr/>
          </p:nvSpPr>
          <p:spPr>
            <a:xfrm>
              <a:off x="2407205" y="3700430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0F88CE82-6BBC-5AEA-C498-0EC6F16C2439}"/>
                </a:ext>
              </a:extLst>
            </p:cNvPr>
            <p:cNvSpPr/>
            <p:nvPr/>
          </p:nvSpPr>
          <p:spPr>
            <a:xfrm>
              <a:off x="2407205" y="3862769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6ACBDF2-D96C-5462-D0EC-F7FF11677688}"/>
                </a:ext>
              </a:extLst>
            </p:cNvPr>
            <p:cNvSpPr/>
            <p:nvPr/>
          </p:nvSpPr>
          <p:spPr>
            <a:xfrm>
              <a:off x="2407205" y="4025108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B54E892-7A05-45C2-874F-22D585910E40}"/>
                </a:ext>
              </a:extLst>
            </p:cNvPr>
            <p:cNvSpPr/>
            <p:nvPr/>
          </p:nvSpPr>
          <p:spPr>
            <a:xfrm>
              <a:off x="2407205" y="4187447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3" name="Right Brace 152">
              <a:extLst>
                <a:ext uri="{FF2B5EF4-FFF2-40B4-BE49-F238E27FC236}">
                  <a16:creationId xmlns:a16="http://schemas.microsoft.com/office/drawing/2014/main" id="{EAAF85EB-B555-18F3-9818-6152773C5F3F}"/>
                </a:ext>
              </a:extLst>
            </p:cNvPr>
            <p:cNvSpPr/>
            <p:nvPr/>
          </p:nvSpPr>
          <p:spPr>
            <a:xfrm>
              <a:off x="5804460" y="2888735"/>
              <a:ext cx="367748" cy="1410329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9B0ABA6-100A-19B5-8BFA-E182B4A6E818}"/>
                </a:ext>
              </a:extLst>
            </p:cNvPr>
            <p:cNvSpPr txBox="1"/>
            <p:nvPr/>
          </p:nvSpPr>
          <p:spPr>
            <a:xfrm>
              <a:off x="6182145" y="3393973"/>
              <a:ext cx="1302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H" dirty="0"/>
                <a:t>reads</a:t>
              </a:r>
            </a:p>
          </p:txBody>
        </p:sp>
      </p:grpSp>
      <p:sp>
        <p:nvSpPr>
          <p:cNvPr id="155" name="Right Brace 154">
            <a:extLst>
              <a:ext uri="{FF2B5EF4-FFF2-40B4-BE49-F238E27FC236}">
                <a16:creationId xmlns:a16="http://schemas.microsoft.com/office/drawing/2014/main" id="{3F00680E-161E-679A-6A68-7CB12F771A78}"/>
              </a:ext>
            </a:extLst>
          </p:cNvPr>
          <p:cNvSpPr/>
          <p:nvPr/>
        </p:nvSpPr>
        <p:spPr>
          <a:xfrm>
            <a:off x="5804460" y="2168537"/>
            <a:ext cx="367748" cy="53379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1EBB676-787C-2179-9E78-3E329C80B50B}"/>
              </a:ext>
            </a:extLst>
          </p:cNvPr>
          <p:cNvSpPr txBox="1"/>
          <p:nvPr/>
        </p:nvSpPr>
        <p:spPr>
          <a:xfrm>
            <a:off x="6172207" y="2224450"/>
            <a:ext cx="2623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genotype (unknown)</a:t>
            </a:r>
          </a:p>
        </p:txBody>
      </p:sp>
    </p:spTree>
    <p:extLst>
      <p:ext uri="{BB962C8B-B14F-4D97-AF65-F5344CB8AC3E}">
        <p14:creationId xmlns:p14="http://schemas.microsoft.com/office/powerpoint/2010/main" val="87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7" grpId="0" animBg="1"/>
      <p:bldP spid="78" grpId="0" animBg="1"/>
      <p:bldP spid="109" grpId="0" animBg="1"/>
      <p:bldP spid="124" grpId="0"/>
      <p:bldP spid="125" grpId="0"/>
      <p:bldP spid="138" grpId="0" animBg="1"/>
      <p:bldP spid="14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F615-1086-1B0E-64F5-280A12304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E45E-35DF-FA74-EFD3-9311B42F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What are the alleles?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69E01-32DE-CBA4-737B-2F2A60D0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9</a:t>
            </a:fld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9534F6-C7C3-9AC9-3211-0DF5260D76DC}"/>
              </a:ext>
            </a:extLst>
          </p:cNvPr>
          <p:cNvSpPr/>
          <p:nvPr/>
        </p:nvSpPr>
        <p:spPr>
          <a:xfrm>
            <a:off x="2165109" y="2177251"/>
            <a:ext cx="3567291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83902A-38E6-B4B7-E95E-26F5839E98CC}"/>
              </a:ext>
            </a:extLst>
          </p:cNvPr>
          <p:cNvSpPr/>
          <p:nvPr/>
        </p:nvSpPr>
        <p:spPr>
          <a:xfrm>
            <a:off x="2165111" y="2532993"/>
            <a:ext cx="3567290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42AEC4-D686-78BB-1F90-517B41B8EC08}"/>
              </a:ext>
            </a:extLst>
          </p:cNvPr>
          <p:cNvSpPr/>
          <p:nvPr/>
        </p:nvSpPr>
        <p:spPr>
          <a:xfrm>
            <a:off x="3124255" y="2532993"/>
            <a:ext cx="169333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8CCBD0-246B-2835-4CF4-9AE8475E46A4}"/>
              </a:ext>
            </a:extLst>
          </p:cNvPr>
          <p:cNvSpPr/>
          <p:nvPr/>
        </p:nvSpPr>
        <p:spPr>
          <a:xfrm>
            <a:off x="3124254" y="2177251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accent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2E8DFD-8C36-6FBF-DA23-DFCCF46C4BD0}"/>
              </a:ext>
            </a:extLst>
          </p:cNvPr>
          <p:cNvSpPr/>
          <p:nvPr/>
        </p:nvSpPr>
        <p:spPr>
          <a:xfrm>
            <a:off x="4066876" y="2532993"/>
            <a:ext cx="169333" cy="169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A68B55-5FEB-5E35-75A0-1EE97D49844C}"/>
              </a:ext>
            </a:extLst>
          </p:cNvPr>
          <p:cNvSpPr/>
          <p:nvPr/>
        </p:nvSpPr>
        <p:spPr>
          <a:xfrm>
            <a:off x="4066876" y="2177251"/>
            <a:ext cx="169333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37F755-069C-64D2-9CDF-F032EFB09E18}"/>
              </a:ext>
            </a:extLst>
          </p:cNvPr>
          <p:cNvSpPr/>
          <p:nvPr/>
        </p:nvSpPr>
        <p:spPr>
          <a:xfrm>
            <a:off x="4915304" y="2175573"/>
            <a:ext cx="169333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94EF32-A081-79F2-37A9-299574D7E510}"/>
              </a:ext>
            </a:extLst>
          </p:cNvPr>
          <p:cNvSpPr/>
          <p:nvPr/>
        </p:nvSpPr>
        <p:spPr>
          <a:xfrm>
            <a:off x="4915304" y="253299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0C8A67-6B91-3256-DBA6-99ABE67033AF}"/>
              </a:ext>
            </a:extLst>
          </p:cNvPr>
          <p:cNvSpPr txBox="1"/>
          <p:nvPr/>
        </p:nvSpPr>
        <p:spPr>
          <a:xfrm>
            <a:off x="3011365" y="1723823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69EE08-BDA1-7B5E-C73B-3F91DE2B8D9E}"/>
              </a:ext>
            </a:extLst>
          </p:cNvPr>
          <p:cNvSpPr txBox="1"/>
          <p:nvPr/>
        </p:nvSpPr>
        <p:spPr>
          <a:xfrm>
            <a:off x="3953987" y="171230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657656-7359-55C0-A236-8B45659D4B5C}"/>
              </a:ext>
            </a:extLst>
          </p:cNvPr>
          <p:cNvSpPr txBox="1"/>
          <p:nvPr/>
        </p:nvSpPr>
        <p:spPr>
          <a:xfrm>
            <a:off x="4802415" y="171230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Z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E207048-179E-9D0F-5ED2-767CB1432F94}"/>
              </a:ext>
            </a:extLst>
          </p:cNvPr>
          <p:cNvSpPr/>
          <p:nvPr/>
        </p:nvSpPr>
        <p:spPr>
          <a:xfrm>
            <a:off x="2165108" y="4352706"/>
            <a:ext cx="3567290" cy="810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6C4DCB5-4B86-2212-D26B-FC6984F36E28}"/>
              </a:ext>
            </a:extLst>
          </p:cNvPr>
          <p:cNvSpPr/>
          <p:nvPr/>
        </p:nvSpPr>
        <p:spPr>
          <a:xfrm>
            <a:off x="3124252" y="4352706"/>
            <a:ext cx="169333" cy="810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E17C6EC-BAF5-07AD-2C2D-FCCC9FFDE08D}"/>
              </a:ext>
            </a:extLst>
          </p:cNvPr>
          <p:cNvSpPr/>
          <p:nvPr/>
        </p:nvSpPr>
        <p:spPr>
          <a:xfrm>
            <a:off x="4066873" y="4352706"/>
            <a:ext cx="169333" cy="8109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6B4A676-35D6-DBD4-EBB8-69AE322E37FD}"/>
              </a:ext>
            </a:extLst>
          </p:cNvPr>
          <p:cNvSpPr/>
          <p:nvPr/>
        </p:nvSpPr>
        <p:spPr>
          <a:xfrm>
            <a:off x="4915301" y="4352706"/>
            <a:ext cx="169333" cy="8109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5619C4DC-F3D3-2C62-1395-868DD0C1F931}"/>
              </a:ext>
            </a:extLst>
          </p:cNvPr>
          <p:cNvSpPr/>
          <p:nvPr/>
        </p:nvSpPr>
        <p:spPr>
          <a:xfrm>
            <a:off x="4022331" y="6306796"/>
            <a:ext cx="258417" cy="25841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93BA706-0E49-F37D-2AD1-F501143C21FC}"/>
              </a:ext>
            </a:extLst>
          </p:cNvPr>
          <p:cNvCxnSpPr>
            <a:cxnSpLocks/>
            <a:stCxn id="83" idx="5"/>
            <a:endCxn id="109" idx="1"/>
          </p:cNvCxnSpPr>
          <p:nvPr/>
        </p:nvCxnSpPr>
        <p:spPr>
          <a:xfrm>
            <a:off x="3300283" y="5747879"/>
            <a:ext cx="759892" cy="5967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93DD570-81F9-0CB0-2E7B-2968052A023D}"/>
              </a:ext>
            </a:extLst>
          </p:cNvPr>
          <p:cNvCxnSpPr>
            <a:cxnSpLocks/>
            <a:stCxn id="109" idx="7"/>
            <a:endCxn id="87" idx="3"/>
          </p:cNvCxnSpPr>
          <p:nvPr/>
        </p:nvCxnSpPr>
        <p:spPr>
          <a:xfrm flipV="1">
            <a:off x="4242904" y="5748829"/>
            <a:ext cx="665699" cy="5958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9DC7AEC-D02E-7BC8-6481-900281C0C042}"/>
              </a:ext>
            </a:extLst>
          </p:cNvPr>
          <p:cNvGrpSpPr/>
          <p:nvPr/>
        </p:nvGrpSpPr>
        <p:grpSpPr>
          <a:xfrm>
            <a:off x="2444418" y="4603692"/>
            <a:ext cx="2684758" cy="1182981"/>
            <a:chOff x="2444418" y="4603692"/>
            <a:chExt cx="2684758" cy="1182981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64B29A0-BA7D-83A3-BF0E-CDEC9B2D7EAA}"/>
                </a:ext>
              </a:extLst>
            </p:cNvPr>
            <p:cNvSpPr/>
            <p:nvPr/>
          </p:nvSpPr>
          <p:spPr>
            <a:xfrm>
              <a:off x="2444418" y="5135608"/>
              <a:ext cx="258417" cy="25841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ABEE2463-F261-3AF9-E2C8-D4BF330687FD}"/>
                </a:ext>
              </a:extLst>
            </p:cNvPr>
            <p:cNvSpPr/>
            <p:nvPr/>
          </p:nvSpPr>
          <p:spPr>
            <a:xfrm>
              <a:off x="3079709" y="4747815"/>
              <a:ext cx="258417" cy="2584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D5377FA0-4751-2560-B141-FDBD0807DACD}"/>
                </a:ext>
              </a:extLst>
            </p:cNvPr>
            <p:cNvSpPr/>
            <p:nvPr/>
          </p:nvSpPr>
          <p:spPr>
            <a:xfrm>
              <a:off x="3079710" y="5527306"/>
              <a:ext cx="258417" cy="25841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5B832DE2-D8A7-5169-B665-C57A53A14D39}"/>
                </a:ext>
              </a:extLst>
            </p:cNvPr>
            <p:cNvSpPr/>
            <p:nvPr/>
          </p:nvSpPr>
          <p:spPr>
            <a:xfrm>
              <a:off x="4022331" y="4747815"/>
              <a:ext cx="258417" cy="25841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DC2382C8-6147-B419-82FC-1DC50A423B17}"/>
                </a:ext>
              </a:extLst>
            </p:cNvPr>
            <p:cNvSpPr/>
            <p:nvPr/>
          </p:nvSpPr>
          <p:spPr>
            <a:xfrm>
              <a:off x="4022331" y="5527306"/>
              <a:ext cx="258417" cy="25841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866C42D-1067-94F5-F611-B157D7FDAC53}"/>
                </a:ext>
              </a:extLst>
            </p:cNvPr>
            <p:cNvSpPr/>
            <p:nvPr/>
          </p:nvSpPr>
          <p:spPr>
            <a:xfrm>
              <a:off x="4870759" y="4747815"/>
              <a:ext cx="258417" cy="25841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7B0C5814-C568-3D65-E85E-8ABB91E682C7}"/>
                </a:ext>
              </a:extLst>
            </p:cNvPr>
            <p:cNvSpPr/>
            <p:nvPr/>
          </p:nvSpPr>
          <p:spPr>
            <a:xfrm>
              <a:off x="4870759" y="5528256"/>
              <a:ext cx="258417" cy="25841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B17C508-4291-31C8-4763-70DB7B55763C}"/>
                </a:ext>
              </a:extLst>
            </p:cNvPr>
            <p:cNvCxnSpPr>
              <a:stCxn id="81" idx="7"/>
              <a:endCxn id="82" idx="2"/>
            </p:cNvCxnSpPr>
            <p:nvPr/>
          </p:nvCxnSpPr>
          <p:spPr>
            <a:xfrm flipV="1">
              <a:off x="2664991" y="4877024"/>
              <a:ext cx="414718" cy="29642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A2344E86-93ED-95F5-D1CE-76F1FDD8FD06}"/>
                </a:ext>
              </a:extLst>
            </p:cNvPr>
            <p:cNvCxnSpPr>
              <a:cxnSpLocks/>
              <a:stCxn id="81" idx="5"/>
              <a:endCxn id="83" idx="2"/>
            </p:cNvCxnSpPr>
            <p:nvPr/>
          </p:nvCxnSpPr>
          <p:spPr>
            <a:xfrm>
              <a:off x="2664991" y="5356181"/>
              <a:ext cx="414719" cy="30033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D0D5FDB-8B34-F3F1-0713-C38EAE5495F5}"/>
                </a:ext>
              </a:extLst>
            </p:cNvPr>
            <p:cNvCxnSpPr>
              <a:cxnSpLocks/>
              <a:stCxn id="83" idx="6"/>
              <a:endCxn id="85" idx="2"/>
            </p:cNvCxnSpPr>
            <p:nvPr/>
          </p:nvCxnSpPr>
          <p:spPr>
            <a:xfrm>
              <a:off x="3338127" y="5656515"/>
              <a:ext cx="68420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3BC91DC5-B3D1-D810-B25B-C188A04D5B07}"/>
                </a:ext>
              </a:extLst>
            </p:cNvPr>
            <p:cNvCxnSpPr>
              <a:cxnSpLocks/>
              <a:stCxn id="85" idx="6"/>
              <a:endCxn id="87" idx="2"/>
            </p:cNvCxnSpPr>
            <p:nvPr/>
          </p:nvCxnSpPr>
          <p:spPr>
            <a:xfrm>
              <a:off x="4280748" y="5656515"/>
              <a:ext cx="590011" cy="95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CBA7826-3232-1C09-472C-7CE5044A1052}"/>
                </a:ext>
              </a:extLst>
            </p:cNvPr>
            <p:cNvCxnSpPr>
              <a:cxnSpLocks/>
              <a:stCxn id="84" idx="6"/>
              <a:endCxn id="86" idx="2"/>
            </p:cNvCxnSpPr>
            <p:nvPr/>
          </p:nvCxnSpPr>
          <p:spPr>
            <a:xfrm>
              <a:off x="4280748" y="4877024"/>
              <a:ext cx="59001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E9B25FCD-8751-B44C-6CB9-BA274F0A9CB7}"/>
                </a:ext>
              </a:extLst>
            </p:cNvPr>
            <p:cNvCxnSpPr>
              <a:cxnSpLocks/>
              <a:stCxn id="82" idx="6"/>
              <a:endCxn id="84" idx="2"/>
            </p:cNvCxnSpPr>
            <p:nvPr/>
          </p:nvCxnSpPr>
          <p:spPr>
            <a:xfrm>
              <a:off x="3338126" y="4877024"/>
              <a:ext cx="68420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D8A7B33-D4F0-47BE-2049-CB4C61A282A8}"/>
                </a:ext>
              </a:extLst>
            </p:cNvPr>
            <p:cNvSpPr txBox="1"/>
            <p:nvPr/>
          </p:nvSpPr>
          <p:spPr>
            <a:xfrm>
              <a:off x="2512462" y="4809667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5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4C7C8CE-457C-A25A-5E9A-33D4B7940C8B}"/>
                </a:ext>
              </a:extLst>
            </p:cNvPr>
            <p:cNvSpPr txBox="1"/>
            <p:nvPr/>
          </p:nvSpPr>
          <p:spPr>
            <a:xfrm>
              <a:off x="3448271" y="4603692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5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94384CE-EFE2-D04B-885E-97385551BA45}"/>
                </a:ext>
              </a:extLst>
            </p:cNvPr>
            <p:cNvSpPr txBox="1"/>
            <p:nvPr/>
          </p:nvSpPr>
          <p:spPr>
            <a:xfrm>
              <a:off x="4341196" y="4610188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5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52A6F65-1899-58AA-49E5-D63E96DA0809}"/>
                </a:ext>
              </a:extLst>
            </p:cNvPr>
            <p:cNvSpPr txBox="1"/>
            <p:nvPr/>
          </p:nvSpPr>
          <p:spPr>
            <a:xfrm>
              <a:off x="2573627" y="5502243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4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2376E9D-AA0B-0A62-F6AF-1BF860F22FD1}"/>
                </a:ext>
              </a:extLst>
            </p:cNvPr>
            <p:cNvSpPr txBox="1"/>
            <p:nvPr/>
          </p:nvSpPr>
          <p:spPr>
            <a:xfrm>
              <a:off x="3431706" y="5363743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4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4E78870-331A-D288-E54E-F6E74AA361D3}"/>
                </a:ext>
              </a:extLst>
            </p:cNvPr>
            <p:cNvSpPr txBox="1"/>
            <p:nvPr/>
          </p:nvSpPr>
          <p:spPr>
            <a:xfrm>
              <a:off x="4341195" y="5361068"/>
              <a:ext cx="395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dirty="0"/>
                <a:t>4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F261AA04-3336-50A9-715C-0E0B88CABCBE}"/>
              </a:ext>
            </a:extLst>
          </p:cNvPr>
          <p:cNvSpPr txBox="1"/>
          <p:nvPr/>
        </p:nvSpPr>
        <p:spPr>
          <a:xfrm>
            <a:off x="3430277" y="6123794"/>
            <a:ext cx="395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200" dirty="0"/>
              <a:t>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D5464A9-9B15-3D2F-F98A-53B3BF70F79E}"/>
              </a:ext>
            </a:extLst>
          </p:cNvPr>
          <p:cNvSpPr txBox="1"/>
          <p:nvPr/>
        </p:nvSpPr>
        <p:spPr>
          <a:xfrm>
            <a:off x="4459355" y="6107570"/>
            <a:ext cx="395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200" dirty="0"/>
              <a:t>1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8BC8D2A-FFC7-D312-ACC6-3F2A031B08AF}"/>
              </a:ext>
            </a:extLst>
          </p:cNvPr>
          <p:cNvSpPr/>
          <p:nvPr/>
        </p:nvSpPr>
        <p:spPr>
          <a:xfrm>
            <a:off x="2407206" y="217557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B5A6D5C-25C9-8928-CA0D-F0DF689FC6EC}"/>
              </a:ext>
            </a:extLst>
          </p:cNvPr>
          <p:cNvSpPr/>
          <p:nvPr/>
        </p:nvSpPr>
        <p:spPr>
          <a:xfrm>
            <a:off x="2407206" y="253299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5E58EA6-ADDD-26CB-9BE0-CE3D003BE70F}"/>
              </a:ext>
            </a:extLst>
          </p:cNvPr>
          <p:cNvSpPr txBox="1"/>
          <p:nvPr/>
        </p:nvSpPr>
        <p:spPr>
          <a:xfrm>
            <a:off x="2294317" y="171230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W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D824843-F663-F77F-3F8A-7F1F0A998216}"/>
              </a:ext>
            </a:extLst>
          </p:cNvPr>
          <p:cNvSpPr/>
          <p:nvPr/>
        </p:nvSpPr>
        <p:spPr>
          <a:xfrm>
            <a:off x="2407203" y="4352706"/>
            <a:ext cx="169333" cy="8109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2BD913A-E5BB-455D-CAF8-52B3742A16CD}"/>
              </a:ext>
            </a:extLst>
          </p:cNvPr>
          <p:cNvSpPr txBox="1"/>
          <p:nvPr/>
        </p:nvSpPr>
        <p:spPr>
          <a:xfrm>
            <a:off x="2599198" y="5545419"/>
            <a:ext cx="2929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sz="1200" dirty="0"/>
              <a:t>5</a:t>
            </a: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3DB8BB8F-35E0-970F-ED01-9BD50F38C9C4}"/>
              </a:ext>
            </a:extLst>
          </p:cNvPr>
          <p:cNvCxnSpPr/>
          <p:nvPr/>
        </p:nvCxnSpPr>
        <p:spPr>
          <a:xfrm>
            <a:off x="3220285" y="5963477"/>
            <a:ext cx="18643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58B16E32-8193-0627-AB89-39A3D318B6B1}"/>
              </a:ext>
            </a:extLst>
          </p:cNvPr>
          <p:cNvSpPr txBox="1"/>
          <p:nvPr/>
        </p:nvSpPr>
        <p:spPr>
          <a:xfrm>
            <a:off x="4999212" y="5811486"/>
            <a:ext cx="103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200" dirty="0">
                <a:solidFill>
                  <a:srgbClr val="FF0000"/>
                </a:solidFill>
              </a:rPr>
              <a:t>pruning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BCA8F531-F95A-8BFA-2482-7BC88C489699}"/>
              </a:ext>
            </a:extLst>
          </p:cNvPr>
          <p:cNvGrpSpPr/>
          <p:nvPr/>
        </p:nvGrpSpPr>
        <p:grpSpPr>
          <a:xfrm>
            <a:off x="2165110" y="2888735"/>
            <a:ext cx="5319061" cy="1410329"/>
            <a:chOff x="2165110" y="2888735"/>
            <a:chExt cx="5319061" cy="1410329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94C814D-5E0F-FCEF-EA51-CEC1C0BF69F1}"/>
                </a:ext>
              </a:extLst>
            </p:cNvPr>
            <p:cNvSpPr/>
            <p:nvPr/>
          </p:nvSpPr>
          <p:spPr>
            <a:xfrm>
              <a:off x="2165110" y="2888735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576473E-ACA8-5700-59FD-A246E37FF537}"/>
                </a:ext>
              </a:extLst>
            </p:cNvPr>
            <p:cNvSpPr/>
            <p:nvPr/>
          </p:nvSpPr>
          <p:spPr>
            <a:xfrm>
              <a:off x="3124254" y="2888735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2D93F9A-34F5-9F0C-6930-D39B8C8D32B5}"/>
                </a:ext>
              </a:extLst>
            </p:cNvPr>
            <p:cNvSpPr/>
            <p:nvPr/>
          </p:nvSpPr>
          <p:spPr>
            <a:xfrm>
              <a:off x="4066875" y="2888735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2536F11-E2B5-18E8-593F-77E90040F8FE}"/>
                </a:ext>
              </a:extLst>
            </p:cNvPr>
            <p:cNvSpPr/>
            <p:nvPr/>
          </p:nvSpPr>
          <p:spPr>
            <a:xfrm>
              <a:off x="4915303" y="2888735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405EE5D-9797-931E-80B8-720C23ED4316}"/>
                </a:ext>
              </a:extLst>
            </p:cNvPr>
            <p:cNvSpPr/>
            <p:nvPr/>
          </p:nvSpPr>
          <p:spPr>
            <a:xfrm>
              <a:off x="2165110" y="3051074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4BF1E58-B2B5-99A4-E712-B910A21A52AA}"/>
                </a:ext>
              </a:extLst>
            </p:cNvPr>
            <p:cNvSpPr/>
            <p:nvPr/>
          </p:nvSpPr>
          <p:spPr>
            <a:xfrm>
              <a:off x="3124254" y="3051074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A79E955-C679-0425-FFB1-1C6A0CCDA4A6}"/>
                </a:ext>
              </a:extLst>
            </p:cNvPr>
            <p:cNvSpPr/>
            <p:nvPr/>
          </p:nvSpPr>
          <p:spPr>
            <a:xfrm>
              <a:off x="4066875" y="3051074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2F81674-7EDD-F76F-C385-6EAE0EC6293B}"/>
                </a:ext>
              </a:extLst>
            </p:cNvPr>
            <p:cNvSpPr/>
            <p:nvPr/>
          </p:nvSpPr>
          <p:spPr>
            <a:xfrm>
              <a:off x="4915303" y="3051074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C7C933A-9AB1-71AD-7BF4-6ECC8B0F7CF9}"/>
                </a:ext>
              </a:extLst>
            </p:cNvPr>
            <p:cNvSpPr/>
            <p:nvPr/>
          </p:nvSpPr>
          <p:spPr>
            <a:xfrm>
              <a:off x="2165110" y="3213413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4149ECE-8FE8-EC4F-77AD-0DBB93D04E38}"/>
                </a:ext>
              </a:extLst>
            </p:cNvPr>
            <p:cNvSpPr/>
            <p:nvPr/>
          </p:nvSpPr>
          <p:spPr>
            <a:xfrm>
              <a:off x="3124254" y="3213413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C59D4FC-2A6D-8C21-B786-3D39218DCABD}"/>
                </a:ext>
              </a:extLst>
            </p:cNvPr>
            <p:cNvSpPr/>
            <p:nvPr/>
          </p:nvSpPr>
          <p:spPr>
            <a:xfrm>
              <a:off x="4066875" y="3213413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47D711E-F265-E888-4A2B-C40BD4D38FC8}"/>
                </a:ext>
              </a:extLst>
            </p:cNvPr>
            <p:cNvSpPr/>
            <p:nvPr/>
          </p:nvSpPr>
          <p:spPr>
            <a:xfrm>
              <a:off x="4915303" y="3213413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FFE1A46-E9F9-4586-DCC8-9508601728DF}"/>
                </a:ext>
              </a:extLst>
            </p:cNvPr>
            <p:cNvSpPr/>
            <p:nvPr/>
          </p:nvSpPr>
          <p:spPr>
            <a:xfrm>
              <a:off x="2165110" y="3375752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386048-E8C9-794B-22EF-04B438B6AC2D}"/>
                </a:ext>
              </a:extLst>
            </p:cNvPr>
            <p:cNvSpPr/>
            <p:nvPr/>
          </p:nvSpPr>
          <p:spPr>
            <a:xfrm>
              <a:off x="3124254" y="3375752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8C48F0E-C88E-13B1-7B92-B5693A7A17B1}"/>
                </a:ext>
              </a:extLst>
            </p:cNvPr>
            <p:cNvSpPr/>
            <p:nvPr/>
          </p:nvSpPr>
          <p:spPr>
            <a:xfrm>
              <a:off x="4066875" y="3375752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3E240D3-3348-4354-58D0-BC9EA6BE432E}"/>
                </a:ext>
              </a:extLst>
            </p:cNvPr>
            <p:cNvSpPr/>
            <p:nvPr/>
          </p:nvSpPr>
          <p:spPr>
            <a:xfrm>
              <a:off x="4915303" y="3375752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E57F249-91C1-1155-924D-2904F3C5EA8B}"/>
                </a:ext>
              </a:extLst>
            </p:cNvPr>
            <p:cNvSpPr/>
            <p:nvPr/>
          </p:nvSpPr>
          <p:spPr>
            <a:xfrm>
              <a:off x="2165110" y="3538091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234E05C-B3DC-BEAA-7137-E33BDC00E1CA}"/>
                </a:ext>
              </a:extLst>
            </p:cNvPr>
            <p:cNvSpPr/>
            <p:nvPr/>
          </p:nvSpPr>
          <p:spPr>
            <a:xfrm>
              <a:off x="3124254" y="3538091"/>
              <a:ext cx="169333" cy="810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BB9E517-AAAA-F514-A8A4-7A449F3EF1BD}"/>
                </a:ext>
              </a:extLst>
            </p:cNvPr>
            <p:cNvSpPr/>
            <p:nvPr/>
          </p:nvSpPr>
          <p:spPr>
            <a:xfrm>
              <a:off x="4066875" y="3538091"/>
              <a:ext cx="169333" cy="81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D4E66B2-98F6-A757-2FDF-18DA288DDABB}"/>
                </a:ext>
              </a:extLst>
            </p:cNvPr>
            <p:cNvSpPr/>
            <p:nvPr/>
          </p:nvSpPr>
          <p:spPr>
            <a:xfrm>
              <a:off x="4915303" y="3538091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71924C1-D2E3-F867-3CC2-5B6F00AECD4F}"/>
                </a:ext>
              </a:extLst>
            </p:cNvPr>
            <p:cNvSpPr/>
            <p:nvPr/>
          </p:nvSpPr>
          <p:spPr>
            <a:xfrm>
              <a:off x="2165110" y="3700430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25FF750-E9BA-DA15-2380-299683961B4F}"/>
                </a:ext>
              </a:extLst>
            </p:cNvPr>
            <p:cNvSpPr/>
            <p:nvPr/>
          </p:nvSpPr>
          <p:spPr>
            <a:xfrm>
              <a:off x="3124254" y="3700430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28E105E-0866-6D5B-89D2-F17EDA8C13C7}"/>
                </a:ext>
              </a:extLst>
            </p:cNvPr>
            <p:cNvSpPr/>
            <p:nvPr/>
          </p:nvSpPr>
          <p:spPr>
            <a:xfrm>
              <a:off x="4066875" y="3700430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F8BC600-6847-0C49-32CF-D8410AEB17F9}"/>
                </a:ext>
              </a:extLst>
            </p:cNvPr>
            <p:cNvSpPr/>
            <p:nvPr/>
          </p:nvSpPr>
          <p:spPr>
            <a:xfrm>
              <a:off x="4915303" y="3700430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A92911C-E8EC-1344-D199-5132D85D6B3C}"/>
                </a:ext>
              </a:extLst>
            </p:cNvPr>
            <p:cNvSpPr/>
            <p:nvPr/>
          </p:nvSpPr>
          <p:spPr>
            <a:xfrm>
              <a:off x="2165110" y="3862769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30223C0-836A-EF30-F50F-2383563385ED}"/>
                </a:ext>
              </a:extLst>
            </p:cNvPr>
            <p:cNvSpPr/>
            <p:nvPr/>
          </p:nvSpPr>
          <p:spPr>
            <a:xfrm>
              <a:off x="3124254" y="3862769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2BFFC28-B1DE-0C04-272B-8B8E8C31864A}"/>
                </a:ext>
              </a:extLst>
            </p:cNvPr>
            <p:cNvSpPr/>
            <p:nvPr/>
          </p:nvSpPr>
          <p:spPr>
            <a:xfrm>
              <a:off x="4066875" y="3862769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B46DA7B-3235-EA08-4B11-F45255E646BD}"/>
                </a:ext>
              </a:extLst>
            </p:cNvPr>
            <p:cNvSpPr/>
            <p:nvPr/>
          </p:nvSpPr>
          <p:spPr>
            <a:xfrm>
              <a:off x="4915303" y="3862769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48CCD3A-35C1-4292-822E-A2FFE315C6B2}"/>
                </a:ext>
              </a:extLst>
            </p:cNvPr>
            <p:cNvSpPr/>
            <p:nvPr/>
          </p:nvSpPr>
          <p:spPr>
            <a:xfrm>
              <a:off x="2165110" y="4025108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84B7627-FB5E-F559-0022-C0D251E1164F}"/>
                </a:ext>
              </a:extLst>
            </p:cNvPr>
            <p:cNvSpPr/>
            <p:nvPr/>
          </p:nvSpPr>
          <p:spPr>
            <a:xfrm>
              <a:off x="3124254" y="4025108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3E26114-F2DB-349F-B440-160B441AF258}"/>
                </a:ext>
              </a:extLst>
            </p:cNvPr>
            <p:cNvSpPr/>
            <p:nvPr/>
          </p:nvSpPr>
          <p:spPr>
            <a:xfrm>
              <a:off x="4066875" y="4025108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BBB4F59-36BC-EEC0-CB94-DAF97C69AEB2}"/>
                </a:ext>
              </a:extLst>
            </p:cNvPr>
            <p:cNvSpPr/>
            <p:nvPr/>
          </p:nvSpPr>
          <p:spPr>
            <a:xfrm>
              <a:off x="4915303" y="4025108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4316E77-565E-AC0F-C8F1-0D34AFAAE683}"/>
                </a:ext>
              </a:extLst>
            </p:cNvPr>
            <p:cNvSpPr/>
            <p:nvPr/>
          </p:nvSpPr>
          <p:spPr>
            <a:xfrm>
              <a:off x="2165110" y="4187447"/>
              <a:ext cx="3567290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6F96D2D-FA04-921D-878B-243409C9A958}"/>
                </a:ext>
              </a:extLst>
            </p:cNvPr>
            <p:cNvSpPr/>
            <p:nvPr/>
          </p:nvSpPr>
          <p:spPr>
            <a:xfrm>
              <a:off x="3124254" y="4187447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6F67D59-8769-E9EE-0D63-668F3607BDF0}"/>
                </a:ext>
              </a:extLst>
            </p:cNvPr>
            <p:cNvSpPr/>
            <p:nvPr/>
          </p:nvSpPr>
          <p:spPr>
            <a:xfrm>
              <a:off x="4066875" y="4187447"/>
              <a:ext cx="169333" cy="810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B17E493-9AB4-5351-BFDC-8054C9C0153B}"/>
                </a:ext>
              </a:extLst>
            </p:cNvPr>
            <p:cNvSpPr/>
            <p:nvPr/>
          </p:nvSpPr>
          <p:spPr>
            <a:xfrm>
              <a:off x="4915303" y="4187447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114900E-8A6F-B13A-EEF1-A4272A876D4A}"/>
                </a:ext>
              </a:extLst>
            </p:cNvPr>
            <p:cNvSpPr/>
            <p:nvPr/>
          </p:nvSpPr>
          <p:spPr>
            <a:xfrm>
              <a:off x="2407205" y="2888735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FF216D9C-BEFF-BF32-ECC1-51E27E4AD52C}"/>
                </a:ext>
              </a:extLst>
            </p:cNvPr>
            <p:cNvSpPr/>
            <p:nvPr/>
          </p:nvSpPr>
          <p:spPr>
            <a:xfrm>
              <a:off x="2407205" y="3051074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EED4311C-F72B-072A-910C-27BA382E607F}"/>
                </a:ext>
              </a:extLst>
            </p:cNvPr>
            <p:cNvSpPr/>
            <p:nvPr/>
          </p:nvSpPr>
          <p:spPr>
            <a:xfrm>
              <a:off x="2407205" y="3213413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CA90AA36-D5F8-E380-AA9B-D872D7B467C0}"/>
                </a:ext>
              </a:extLst>
            </p:cNvPr>
            <p:cNvSpPr/>
            <p:nvPr/>
          </p:nvSpPr>
          <p:spPr>
            <a:xfrm>
              <a:off x="2407205" y="3375752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63E6C42-49BA-B10F-01F7-42D32EA405BE}"/>
                </a:ext>
              </a:extLst>
            </p:cNvPr>
            <p:cNvSpPr/>
            <p:nvPr/>
          </p:nvSpPr>
          <p:spPr>
            <a:xfrm>
              <a:off x="2407205" y="3538091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0770823-463A-E786-1673-17C8D435F6C8}"/>
                </a:ext>
              </a:extLst>
            </p:cNvPr>
            <p:cNvSpPr/>
            <p:nvPr/>
          </p:nvSpPr>
          <p:spPr>
            <a:xfrm>
              <a:off x="2407205" y="3700430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9628E7F-0652-95A2-072C-7AA58856F61B}"/>
                </a:ext>
              </a:extLst>
            </p:cNvPr>
            <p:cNvSpPr/>
            <p:nvPr/>
          </p:nvSpPr>
          <p:spPr>
            <a:xfrm>
              <a:off x="2407205" y="3862769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BB46DADA-F8DF-0F12-DC92-8FAC16010B2E}"/>
                </a:ext>
              </a:extLst>
            </p:cNvPr>
            <p:cNvSpPr/>
            <p:nvPr/>
          </p:nvSpPr>
          <p:spPr>
            <a:xfrm>
              <a:off x="2407205" y="4025108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E7CD81A5-FB73-7788-CE58-ABF9DA2106DA}"/>
                </a:ext>
              </a:extLst>
            </p:cNvPr>
            <p:cNvSpPr/>
            <p:nvPr/>
          </p:nvSpPr>
          <p:spPr>
            <a:xfrm>
              <a:off x="2407205" y="4187447"/>
              <a:ext cx="169333" cy="8109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3" name="Right Brace 152">
              <a:extLst>
                <a:ext uri="{FF2B5EF4-FFF2-40B4-BE49-F238E27FC236}">
                  <a16:creationId xmlns:a16="http://schemas.microsoft.com/office/drawing/2014/main" id="{60DA22BD-6E8A-F570-A038-979EE5D923A7}"/>
                </a:ext>
              </a:extLst>
            </p:cNvPr>
            <p:cNvSpPr/>
            <p:nvPr/>
          </p:nvSpPr>
          <p:spPr>
            <a:xfrm>
              <a:off x="5804460" y="2888735"/>
              <a:ext cx="367748" cy="1410329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61EF560-6FFA-AE51-12E2-A16846A0BD71}"/>
                </a:ext>
              </a:extLst>
            </p:cNvPr>
            <p:cNvSpPr txBox="1"/>
            <p:nvPr/>
          </p:nvSpPr>
          <p:spPr>
            <a:xfrm>
              <a:off x="6182145" y="3393973"/>
              <a:ext cx="1302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H" dirty="0"/>
                <a:t>reads</a:t>
              </a:r>
            </a:p>
          </p:txBody>
        </p:sp>
      </p:grpSp>
      <p:sp>
        <p:nvSpPr>
          <p:cNvPr id="155" name="Right Brace 154">
            <a:extLst>
              <a:ext uri="{FF2B5EF4-FFF2-40B4-BE49-F238E27FC236}">
                <a16:creationId xmlns:a16="http://schemas.microsoft.com/office/drawing/2014/main" id="{557E0573-82D8-1588-B91A-8DCFE69140DD}"/>
              </a:ext>
            </a:extLst>
          </p:cNvPr>
          <p:cNvSpPr/>
          <p:nvPr/>
        </p:nvSpPr>
        <p:spPr>
          <a:xfrm>
            <a:off x="5804460" y="2168537"/>
            <a:ext cx="367748" cy="53379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57F4D41-141E-736F-F6E3-B404B8845F16}"/>
              </a:ext>
            </a:extLst>
          </p:cNvPr>
          <p:cNvSpPr txBox="1"/>
          <p:nvPr/>
        </p:nvSpPr>
        <p:spPr>
          <a:xfrm>
            <a:off x="6172207" y="2224450"/>
            <a:ext cx="2623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genotype (unknown)</a:t>
            </a:r>
          </a:p>
        </p:txBody>
      </p:sp>
    </p:spTree>
    <p:extLst>
      <p:ext uri="{BB962C8B-B14F-4D97-AF65-F5344CB8AC3E}">
        <p14:creationId xmlns:p14="http://schemas.microsoft.com/office/powerpoint/2010/main" val="33645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7" grpId="0" animBg="1"/>
      <p:bldP spid="78" grpId="0" animBg="1"/>
      <p:bldP spid="109" grpId="0" animBg="1"/>
      <p:bldP spid="124" grpId="0"/>
      <p:bldP spid="125" grpId="0"/>
      <p:bldP spid="138" grpId="0" animBg="1"/>
      <p:bldP spid="148" grpId="0" animBg="1"/>
      <p:bldP spid="1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9911-3125-CF42-A260-3380D0C5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What are the alleles?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4B606-A589-6F44-974C-1642D48F9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5692637" cy="4351338"/>
          </a:xfrm>
        </p:spPr>
        <p:txBody>
          <a:bodyPr/>
          <a:lstStyle/>
          <a:p>
            <a:r>
              <a:rPr lang="en-CH" dirty="0"/>
              <a:t>Indel realignment</a:t>
            </a:r>
          </a:p>
          <a:p>
            <a:r>
              <a:rPr lang="en-CH" dirty="0"/>
              <a:t>Expensive process, but only on ‘active’ regions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73B2F-F246-A842-9405-C16FD220C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10</a:t>
            </a:fld>
            <a:endParaRPr lang="en-GB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E437A98F-9648-3E46-89ED-D9FA3664F9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47"/>
          <a:stretch/>
        </p:blipFill>
        <p:spPr>
          <a:xfrm>
            <a:off x="4861179" y="4191142"/>
            <a:ext cx="1460108" cy="2261116"/>
          </a:xfrm>
          <a:prstGeom prst="rect">
            <a:avLst/>
          </a:prstGeo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B79E320C-A46E-7D4A-9336-0E37B9EC10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08" b="37721"/>
          <a:stretch/>
        </p:blipFill>
        <p:spPr>
          <a:xfrm>
            <a:off x="1955997" y="4191142"/>
            <a:ext cx="1460108" cy="22434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68E8DD-B548-0A48-B8C6-F1F13624EBCE}"/>
              </a:ext>
            </a:extLst>
          </p:cNvPr>
          <p:cNvSpPr txBox="1"/>
          <p:nvPr/>
        </p:nvSpPr>
        <p:spPr>
          <a:xfrm>
            <a:off x="1883422" y="3732116"/>
            <a:ext cx="221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bwa alignment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A955BD-8F59-7441-804F-C5CB351E546F}"/>
              </a:ext>
            </a:extLst>
          </p:cNvPr>
          <p:cNvSpPr txBox="1"/>
          <p:nvPr/>
        </p:nvSpPr>
        <p:spPr>
          <a:xfrm>
            <a:off x="4788604" y="3727027"/>
            <a:ext cx="221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re-aligned</a:t>
            </a:r>
          </a:p>
        </p:txBody>
      </p:sp>
    </p:spTree>
    <p:extLst>
      <p:ext uri="{BB962C8B-B14F-4D97-AF65-F5344CB8AC3E}">
        <p14:creationId xmlns:p14="http://schemas.microsoft.com/office/powerpoint/2010/main" val="867216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FFE9-1DAF-B045-AF8C-4AF4322C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What is the genotype?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517229-3D9F-F14E-8E54-49D33A73FE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852" y="2066976"/>
                <a:ext cx="4969526" cy="40114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H" dirty="0"/>
                  <a:t>At a site we count 9 bases</a:t>
                </a:r>
              </a:p>
              <a:p>
                <a:pPr marL="457200" lvl="1" indent="0">
                  <a:buNone/>
                </a:pPr>
                <a:endParaRPr lang="en-CH" sz="800" dirty="0"/>
              </a:p>
              <a:p>
                <a:pPr marL="457200" lvl="1" indent="0">
                  <a:buNone/>
                </a:pPr>
                <a:r>
                  <a:rPr lang="en-CH" dirty="0"/>
                  <a:t>5 </a:t>
                </a:r>
                <a:r>
                  <a:rPr lang="en-CH" dirty="0">
                    <a:solidFill>
                      <a:schemeClr val="accent6">
                        <a:lumMod val="75000"/>
                      </a:schemeClr>
                    </a:solidFill>
                  </a:rPr>
                  <a:t>REF</a:t>
                </a:r>
                <a:r>
                  <a:rPr lang="en-CH" dirty="0"/>
                  <a:t> and 4 </a:t>
                </a:r>
                <a:r>
                  <a:rPr lang="en-CH" dirty="0">
                    <a:solidFill>
                      <a:srgbClr val="FF0000"/>
                    </a:solidFill>
                  </a:rPr>
                  <a:t>ALT</a:t>
                </a:r>
                <a:r>
                  <a:rPr lang="en-CH" dirty="0"/>
                  <a:t> </a:t>
                </a:r>
              </a:p>
              <a:p>
                <a:pPr marL="457200" lvl="1" indent="0">
                  <a:buNone/>
                </a:pPr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Pr(X=4) = 0.25 </a:t>
                </a:r>
                <a:r>
                  <a:rPr lang="en-CH" dirty="0"/>
                  <a:t>if heterozygous </a:t>
                </a:r>
              </a:p>
              <a:p>
                <a:pPr marL="457200" lvl="1" indent="0">
                  <a:buNone/>
                </a:pPr>
                <a:r>
                  <a:rPr lang="en-CH" dirty="0"/>
                  <a:t>so: </a:t>
                </a: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(p=0.5 | X=4) = 0.25 </a:t>
                </a:r>
              </a:p>
              <a:p>
                <a:pPr marL="457200" lvl="1" indent="0">
                  <a:buNone/>
                </a:pPr>
                <a:endParaRPr lang="en-CH" sz="1000" dirty="0"/>
              </a:p>
              <a:p>
                <a:pPr marL="457200" lvl="1" indent="0">
                  <a:buNone/>
                </a:pPr>
                <a:r>
                  <a:rPr lang="en-CH" dirty="0"/>
                  <a:t>0 </a:t>
                </a:r>
                <a:r>
                  <a:rPr lang="en-CH" dirty="0">
                    <a:solidFill>
                      <a:schemeClr val="accent6">
                        <a:lumMod val="75000"/>
                      </a:schemeClr>
                    </a:solidFill>
                  </a:rPr>
                  <a:t>REF</a:t>
                </a:r>
                <a:r>
                  <a:rPr lang="en-CH" dirty="0"/>
                  <a:t> and 9 </a:t>
                </a:r>
                <a:r>
                  <a:rPr lang="en-CH" dirty="0">
                    <a:solidFill>
                      <a:srgbClr val="FF0000"/>
                    </a:solidFill>
                  </a:rPr>
                  <a:t>ALT</a:t>
                </a:r>
                <a:r>
                  <a:rPr lang="en-CH" dirty="0"/>
                  <a:t>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(p=0.5 | X=9) = 0.002</a:t>
                </a:r>
                <a:endParaRPr lang="en-CH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(p=1 | X=9) = 1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(p=0 | X=9) = 0</a:t>
                </a:r>
                <a:endParaRPr lang="en-CH" dirty="0"/>
              </a:p>
              <a:p>
                <a:pPr marL="457200" lvl="1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endParaRPr lang="en-CH" dirty="0"/>
              </a:p>
              <a:p>
                <a:pPr marL="457200" lvl="1" indent="0">
                  <a:buNone/>
                </a:pPr>
                <a:endParaRPr lang="en-CH" dirty="0"/>
              </a:p>
              <a:p>
                <a:pPr lvl="1"/>
                <a:endParaRPr lang="en-CH" dirty="0"/>
              </a:p>
              <a:p>
                <a:pPr lvl="1"/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517229-3D9F-F14E-8E54-49D33A73FE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852" y="2066976"/>
                <a:ext cx="4969526" cy="4011423"/>
              </a:xfrm>
              <a:blipFill>
                <a:blip r:embed="rId2"/>
                <a:stretch>
                  <a:fillRect l="-2545" t="-2839" r="-1018" b="-1262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0DD89-A8D6-C448-9443-AF016A0B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11</a:t>
            </a:fld>
            <a:endParaRPr lang="en-GB" dirty="0"/>
          </a:p>
        </p:txBody>
      </p: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4D713A2E-FF9F-4C96-8A56-A8937980F4AA}"/>
              </a:ext>
            </a:extLst>
          </p:cNvPr>
          <p:cNvGrpSpPr/>
          <p:nvPr/>
        </p:nvGrpSpPr>
        <p:grpSpPr>
          <a:xfrm>
            <a:off x="6733131" y="2866294"/>
            <a:ext cx="1976284" cy="1976284"/>
            <a:chOff x="6733131" y="2866294"/>
            <a:chExt cx="1976284" cy="1976284"/>
          </a:xfrm>
        </p:grpSpPr>
        <p:sp>
          <p:nvSpPr>
            <p:cNvPr id="13" name="Chord 12">
              <a:extLst>
                <a:ext uri="{FF2B5EF4-FFF2-40B4-BE49-F238E27FC236}">
                  <a16:creationId xmlns:a16="http://schemas.microsoft.com/office/drawing/2014/main" id="{E8261B08-9287-2441-85D9-11402A6FB995}"/>
                </a:ext>
              </a:extLst>
            </p:cNvPr>
            <p:cNvSpPr/>
            <p:nvPr/>
          </p:nvSpPr>
          <p:spPr>
            <a:xfrm rot="17569093">
              <a:off x="6733131" y="2866294"/>
              <a:ext cx="1976284" cy="1976284"/>
            </a:xfrm>
            <a:prstGeom prst="chor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696BA37-4B97-BB41-AC63-ADC914ABD68B}"/>
                </a:ext>
              </a:extLst>
            </p:cNvPr>
            <p:cNvSpPr/>
            <p:nvPr/>
          </p:nvSpPr>
          <p:spPr>
            <a:xfrm>
              <a:off x="7588537" y="4517860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CDA4924-F8A0-AC4D-95F5-464D48D14FA1}"/>
                </a:ext>
              </a:extLst>
            </p:cNvPr>
            <p:cNvSpPr/>
            <p:nvPr/>
          </p:nvSpPr>
          <p:spPr>
            <a:xfrm>
              <a:off x="7396126" y="4393539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98469D-D1BC-704A-AC89-227741D3ABA7}"/>
                </a:ext>
              </a:extLst>
            </p:cNvPr>
            <p:cNvSpPr/>
            <p:nvPr/>
          </p:nvSpPr>
          <p:spPr>
            <a:xfrm>
              <a:off x="7510604" y="4285234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6E33DE-4029-CB48-84A3-1A10C68FDB73}"/>
                </a:ext>
              </a:extLst>
            </p:cNvPr>
            <p:cNvSpPr/>
            <p:nvPr/>
          </p:nvSpPr>
          <p:spPr>
            <a:xfrm>
              <a:off x="7624861" y="416089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392E770-C24E-CA47-891C-7F1FE1EC39F9}"/>
                </a:ext>
              </a:extLst>
            </p:cNvPr>
            <p:cNvSpPr/>
            <p:nvPr/>
          </p:nvSpPr>
          <p:spPr>
            <a:xfrm rot="2427271">
              <a:off x="8462345" y="4010620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5B439DC-9469-3447-99D7-B6A19C2E3A1A}"/>
                </a:ext>
              </a:extLst>
            </p:cNvPr>
            <p:cNvSpPr/>
            <p:nvPr/>
          </p:nvSpPr>
          <p:spPr>
            <a:xfrm>
              <a:off x="8095949" y="4197247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43B490-2E3C-C14B-BF5A-83186CCB8186}"/>
                </a:ext>
              </a:extLst>
            </p:cNvPr>
            <p:cNvSpPr/>
            <p:nvPr/>
          </p:nvSpPr>
          <p:spPr>
            <a:xfrm>
              <a:off x="8082355" y="4355352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7193C23-1663-604A-955B-E54A9F606FE3}"/>
                </a:ext>
              </a:extLst>
            </p:cNvPr>
            <p:cNvSpPr/>
            <p:nvPr/>
          </p:nvSpPr>
          <p:spPr>
            <a:xfrm>
              <a:off x="8235078" y="404250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F45D88D-866C-024D-BF97-3A3934CB2F3F}"/>
                </a:ext>
              </a:extLst>
            </p:cNvPr>
            <p:cNvSpPr/>
            <p:nvPr/>
          </p:nvSpPr>
          <p:spPr>
            <a:xfrm>
              <a:off x="7071134" y="4111329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3320AA0-3DCC-7A48-AF2B-501553683A76}"/>
                </a:ext>
              </a:extLst>
            </p:cNvPr>
            <p:cNvSpPr/>
            <p:nvPr/>
          </p:nvSpPr>
          <p:spPr>
            <a:xfrm>
              <a:off x="7230246" y="4087812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03D0526-6BBF-EBE5-4431-8E7EC3DD4541}"/>
                </a:ext>
              </a:extLst>
            </p:cNvPr>
            <p:cNvSpPr txBox="1"/>
            <p:nvPr/>
          </p:nvSpPr>
          <p:spPr>
            <a:xfrm>
              <a:off x="7279780" y="3524649"/>
              <a:ext cx="882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p=0.5</a:t>
              </a:r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5EB07252-21E5-78A5-6CF2-88CD33BDB5C7}"/>
                </a:ext>
              </a:extLst>
            </p:cNvPr>
            <p:cNvSpPr/>
            <p:nvPr/>
          </p:nvSpPr>
          <p:spPr>
            <a:xfrm>
              <a:off x="7740937" y="4670260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9E138068-7502-0F93-C80F-4398A19CF164}"/>
                </a:ext>
              </a:extLst>
            </p:cNvPr>
            <p:cNvSpPr/>
            <p:nvPr/>
          </p:nvSpPr>
          <p:spPr>
            <a:xfrm>
              <a:off x="7437748" y="458056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DEBE3F01-8F5C-F621-02A1-49BD14D46403}"/>
                </a:ext>
              </a:extLst>
            </p:cNvPr>
            <p:cNvSpPr/>
            <p:nvPr/>
          </p:nvSpPr>
          <p:spPr>
            <a:xfrm>
              <a:off x="7225780" y="4374467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92956492-DBDB-8C48-0A7F-ED39CBE164CE}"/>
                </a:ext>
              </a:extLst>
            </p:cNvPr>
            <p:cNvSpPr/>
            <p:nvPr/>
          </p:nvSpPr>
          <p:spPr>
            <a:xfrm>
              <a:off x="7905671" y="400737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6A945F95-7CE7-5C72-4619-799E54A22F1C}"/>
                </a:ext>
              </a:extLst>
            </p:cNvPr>
            <p:cNvSpPr/>
            <p:nvPr/>
          </p:nvSpPr>
          <p:spPr>
            <a:xfrm rot="2427271">
              <a:off x="8227487" y="4458609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F8737D81-5CB4-9EE0-8936-1EF121D33CEE}"/>
                </a:ext>
              </a:extLst>
            </p:cNvPr>
            <p:cNvSpPr/>
            <p:nvPr/>
          </p:nvSpPr>
          <p:spPr>
            <a:xfrm>
              <a:off x="8441479" y="418055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8D41EB59-4140-11A4-2AD8-9B3659627C09}"/>
                </a:ext>
              </a:extLst>
            </p:cNvPr>
            <p:cNvSpPr/>
            <p:nvPr/>
          </p:nvSpPr>
          <p:spPr>
            <a:xfrm>
              <a:off x="8036823" y="4072688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3BDB7AF1-0CBA-6E16-92D7-255AC8A9E472}"/>
                </a:ext>
              </a:extLst>
            </p:cNvPr>
            <p:cNvSpPr/>
            <p:nvPr/>
          </p:nvSpPr>
          <p:spPr>
            <a:xfrm>
              <a:off x="7405798" y="417101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F3D99C9C-BE0D-B6C5-86BD-0831F59CD1D5}"/>
                </a:ext>
              </a:extLst>
            </p:cNvPr>
            <p:cNvSpPr/>
            <p:nvPr/>
          </p:nvSpPr>
          <p:spPr>
            <a:xfrm>
              <a:off x="7437748" y="458056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1D0E0555-5042-EAE1-7286-D6AF7E3A39B2}"/>
                </a:ext>
              </a:extLst>
            </p:cNvPr>
            <p:cNvSpPr/>
            <p:nvPr/>
          </p:nvSpPr>
          <p:spPr>
            <a:xfrm>
              <a:off x="7934569" y="4655465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AC9C3C71-2565-9F6A-E77D-0AE40A2D9C59}"/>
                </a:ext>
              </a:extLst>
            </p:cNvPr>
            <p:cNvSpPr/>
            <p:nvPr/>
          </p:nvSpPr>
          <p:spPr>
            <a:xfrm>
              <a:off x="6930768" y="4235996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D9CFD758-C51D-DE58-2443-77313BABCEAF}"/>
                </a:ext>
              </a:extLst>
            </p:cNvPr>
            <p:cNvSpPr/>
            <p:nvPr/>
          </p:nvSpPr>
          <p:spPr>
            <a:xfrm>
              <a:off x="7405798" y="417101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E207E2CD-E899-ADF3-C903-BFD4B8D61FF2}"/>
                </a:ext>
              </a:extLst>
            </p:cNvPr>
            <p:cNvSpPr/>
            <p:nvPr/>
          </p:nvSpPr>
          <p:spPr>
            <a:xfrm>
              <a:off x="7285348" y="4234767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F556855A-E7D9-03BA-5847-D28A1434277E}"/>
                </a:ext>
              </a:extLst>
            </p:cNvPr>
            <p:cNvSpPr/>
            <p:nvPr/>
          </p:nvSpPr>
          <p:spPr>
            <a:xfrm>
              <a:off x="7090050" y="426650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112E851D-AADB-98E0-8D47-EE94B8151498}"/>
                </a:ext>
              </a:extLst>
            </p:cNvPr>
            <p:cNvSpPr/>
            <p:nvPr/>
          </p:nvSpPr>
          <p:spPr>
            <a:xfrm rot="2427271">
              <a:off x="7937223" y="4449065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7CBE9B99-8F71-9548-06C7-5B940989E75A}"/>
                </a:ext>
              </a:extLst>
            </p:cNvPr>
            <p:cNvSpPr/>
            <p:nvPr/>
          </p:nvSpPr>
          <p:spPr>
            <a:xfrm>
              <a:off x="8259409" y="419391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3AEE6CCC-D054-2C68-4B8F-F3465612DB91}"/>
                </a:ext>
              </a:extLst>
            </p:cNvPr>
            <p:cNvSpPr/>
            <p:nvPr/>
          </p:nvSpPr>
          <p:spPr>
            <a:xfrm>
              <a:off x="7746559" y="4063144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9BCF9B27-117D-2380-4EBA-A0E56759A8AF}"/>
                </a:ext>
              </a:extLst>
            </p:cNvPr>
            <p:cNvSpPr/>
            <p:nvPr/>
          </p:nvSpPr>
          <p:spPr>
            <a:xfrm>
              <a:off x="7569305" y="466400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4EFBC19-32F4-B0A6-ABA2-BF196AE482FB}"/>
                </a:ext>
              </a:extLst>
            </p:cNvPr>
            <p:cNvSpPr/>
            <p:nvPr/>
          </p:nvSpPr>
          <p:spPr>
            <a:xfrm rot="2427271">
              <a:off x="8089623" y="4601465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CEB33A32-4B7B-D2D0-FA38-3C766A9ACBB1}"/>
                </a:ext>
              </a:extLst>
            </p:cNvPr>
            <p:cNvSpPr/>
            <p:nvPr/>
          </p:nvSpPr>
          <p:spPr>
            <a:xfrm>
              <a:off x="8303615" y="432341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C8F17570-0D05-E2E5-563A-BE82EBF2F6C6}"/>
                </a:ext>
              </a:extLst>
            </p:cNvPr>
            <p:cNvSpPr/>
            <p:nvPr/>
          </p:nvSpPr>
          <p:spPr>
            <a:xfrm>
              <a:off x="7898959" y="4215544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92CC300F-9697-71F7-78FD-F9C35D822FDB}"/>
                </a:ext>
              </a:extLst>
            </p:cNvPr>
            <p:cNvSpPr/>
            <p:nvPr/>
          </p:nvSpPr>
          <p:spPr>
            <a:xfrm rot="2427271">
              <a:off x="7112109" y="4461680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09F26E10-36CB-E74B-068A-8CF9AB7CF384}"/>
                </a:ext>
              </a:extLst>
            </p:cNvPr>
            <p:cNvSpPr/>
            <p:nvPr/>
          </p:nvSpPr>
          <p:spPr>
            <a:xfrm>
              <a:off x="7783032" y="4328627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C0ECC3E1-BBD6-6265-F002-D7928B2DB4B9}"/>
                </a:ext>
              </a:extLst>
            </p:cNvPr>
            <p:cNvSpPr/>
            <p:nvPr/>
          </p:nvSpPr>
          <p:spPr>
            <a:xfrm>
              <a:off x="7650781" y="4382797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1CE2BDD8-78A3-E3BF-A164-25B3DE53A1A7}"/>
                </a:ext>
              </a:extLst>
            </p:cNvPr>
            <p:cNvSpPr/>
            <p:nvPr/>
          </p:nvSpPr>
          <p:spPr>
            <a:xfrm>
              <a:off x="6875666" y="409423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718FAF2E-D0B9-755A-A58D-51BFBF764829}"/>
                </a:ext>
              </a:extLst>
            </p:cNvPr>
            <p:cNvSpPr/>
            <p:nvPr/>
          </p:nvSpPr>
          <p:spPr>
            <a:xfrm rot="2427271">
              <a:off x="7268424" y="4583942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5F2CB37C-7B72-4925-6028-16765D630053}"/>
                </a:ext>
              </a:extLst>
            </p:cNvPr>
            <p:cNvSpPr/>
            <p:nvPr/>
          </p:nvSpPr>
          <p:spPr>
            <a:xfrm>
              <a:off x="7828016" y="4546832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3A02D578-177F-495E-4B94-CD4F8993CA06}"/>
                </a:ext>
              </a:extLst>
            </p:cNvPr>
            <p:cNvSpPr/>
            <p:nvPr/>
          </p:nvSpPr>
          <p:spPr>
            <a:xfrm>
              <a:off x="7493671" y="4038274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E48FE559-FFEB-9981-EBE8-2D21EBAACC7C}"/>
              </a:ext>
            </a:extLst>
          </p:cNvPr>
          <p:cNvGrpSpPr/>
          <p:nvPr/>
        </p:nvGrpSpPr>
        <p:grpSpPr>
          <a:xfrm>
            <a:off x="5026884" y="2556768"/>
            <a:ext cx="1202513" cy="1508919"/>
            <a:chOff x="5036349" y="3231736"/>
            <a:chExt cx="1202513" cy="150891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328CCF0-CA1E-EC18-97E4-0FA55A9CFF28}"/>
                </a:ext>
              </a:extLst>
            </p:cNvPr>
            <p:cNvSpPr txBox="1"/>
            <p:nvPr/>
          </p:nvSpPr>
          <p:spPr>
            <a:xfrm>
              <a:off x="5432745" y="3509554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3934BC8-10F2-40C7-1885-0DAF1FBCDEE0}"/>
                </a:ext>
              </a:extLst>
            </p:cNvPr>
            <p:cNvSpPr txBox="1"/>
            <p:nvPr/>
          </p:nvSpPr>
          <p:spPr>
            <a:xfrm>
              <a:off x="5432745" y="3632664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548235"/>
                  </a:solidFill>
                </a:rPr>
                <a:t>A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133AE08-C016-98ED-A534-D67C5E4E7F35}"/>
                </a:ext>
              </a:extLst>
            </p:cNvPr>
            <p:cNvSpPr txBox="1"/>
            <p:nvPr/>
          </p:nvSpPr>
          <p:spPr>
            <a:xfrm>
              <a:off x="5432745" y="3755774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548235"/>
                  </a:solidFill>
                </a:rPr>
                <a:t>A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4F6B3AC-E1AA-8C81-95ED-BDDEFADC6B9F}"/>
                </a:ext>
              </a:extLst>
            </p:cNvPr>
            <p:cNvSpPr txBox="1"/>
            <p:nvPr/>
          </p:nvSpPr>
          <p:spPr>
            <a:xfrm>
              <a:off x="5432745" y="3878884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55112A-2043-68FE-0C57-EE065B57D88F}"/>
                </a:ext>
              </a:extLst>
            </p:cNvPr>
            <p:cNvSpPr txBox="1"/>
            <p:nvPr/>
          </p:nvSpPr>
          <p:spPr>
            <a:xfrm>
              <a:off x="5432745" y="4001994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EF5E5A6-A0CA-5556-C7A4-4AA28CFAFB8D}"/>
                </a:ext>
              </a:extLst>
            </p:cNvPr>
            <p:cNvSpPr txBox="1"/>
            <p:nvPr/>
          </p:nvSpPr>
          <p:spPr>
            <a:xfrm>
              <a:off x="5432745" y="4125104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548235"/>
                  </a:solidFill>
                </a:rPr>
                <a:t>A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8862191-8677-E681-5FB4-ABED6D6F6271}"/>
                </a:ext>
              </a:extLst>
            </p:cNvPr>
            <p:cNvSpPr txBox="1"/>
            <p:nvPr/>
          </p:nvSpPr>
          <p:spPr>
            <a:xfrm>
              <a:off x="5432745" y="4248214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548235"/>
                  </a:solidFill>
                </a:rPr>
                <a:t>A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8D5B5FD-F40D-5B54-BFCA-C5C1CE755C07}"/>
                </a:ext>
              </a:extLst>
            </p:cNvPr>
            <p:cNvSpPr txBox="1"/>
            <p:nvPr/>
          </p:nvSpPr>
          <p:spPr>
            <a:xfrm>
              <a:off x="5432745" y="4371324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18C6461-CD68-70F9-6BE5-370D9C2CA769}"/>
                </a:ext>
              </a:extLst>
            </p:cNvPr>
            <p:cNvSpPr txBox="1"/>
            <p:nvPr/>
          </p:nvSpPr>
          <p:spPr>
            <a:xfrm>
              <a:off x="5432745" y="4494434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548235"/>
                  </a:solidFill>
                </a:rPr>
                <a:t>A</a:t>
              </a: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D8C8B5B-2BF8-107D-8AC7-A93299C8DC3F}"/>
                </a:ext>
              </a:extLst>
            </p:cNvPr>
            <p:cNvGrpSpPr/>
            <p:nvPr/>
          </p:nvGrpSpPr>
          <p:grpSpPr>
            <a:xfrm>
              <a:off x="5036349" y="3632663"/>
              <a:ext cx="475908" cy="984888"/>
              <a:chOff x="4721086" y="1948734"/>
              <a:chExt cx="475908" cy="984888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A7D1A0B8-F156-5569-F1E3-D141460B32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21086" y="2071845"/>
                <a:ext cx="475908" cy="1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A0566F7A-966E-E843-7306-99E17C9BE8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194956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1465E9AD-9263-59A3-1DAB-5186AD3398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318067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81C2ED6E-570A-6DE9-3C30-8CAB4425DB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441178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AAAC162C-2BF3-A59A-F50C-19C0305139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564289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14A5B26F-7167-8EE2-AB1E-EE45BE9A23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687400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626B18AF-DC66-E3E0-483A-6762188086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810511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2D9975B5-F999-A615-CB48-BB2561D11F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933622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FB7D70A0-19AF-C868-73CD-4780886728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21086" y="1948734"/>
                <a:ext cx="475908" cy="2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A4E38374-5F72-818E-9C2F-1F17F3F7D271}"/>
                </a:ext>
              </a:extLst>
            </p:cNvPr>
            <p:cNvGrpSpPr/>
            <p:nvPr/>
          </p:nvGrpSpPr>
          <p:grpSpPr>
            <a:xfrm>
              <a:off x="5762954" y="3633669"/>
              <a:ext cx="475908" cy="984888"/>
              <a:chOff x="4721086" y="1948734"/>
              <a:chExt cx="475908" cy="984888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A5B0BE7F-4F72-0867-8253-47205DEEC8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21086" y="2071845"/>
                <a:ext cx="475908" cy="1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DD66D9E0-D9C1-10FE-FB47-32E4BA4E17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194956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33DE97B3-EA46-3BCB-2BE7-6F0614CC6A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318067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63197B49-C920-3AF9-4DC0-7B06F7496C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441178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FBB9821B-A651-84A5-C994-934D697D40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564289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C0C7D68D-F1F8-243D-2B77-C3A1802248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687400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B7F2C2AE-7B9B-184E-56B9-A595628349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810511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F05CB511-FDCC-F7DD-3755-E97D15991C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933622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FD06BAAE-36A8-1400-4EDC-074961ED81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21086" y="1948734"/>
                <a:ext cx="475908" cy="2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A7BAB5B0-C7AA-1CF6-0131-31A3B623584C}"/>
                </a:ext>
              </a:extLst>
            </p:cNvPr>
            <p:cNvSpPr txBox="1"/>
            <p:nvPr/>
          </p:nvSpPr>
          <p:spPr>
            <a:xfrm>
              <a:off x="5193249" y="3231736"/>
              <a:ext cx="882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X=4</a:t>
              </a:r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08351D0F-8A43-A111-CEBD-D8DA60ADB859}"/>
              </a:ext>
            </a:extLst>
          </p:cNvPr>
          <p:cNvGrpSpPr/>
          <p:nvPr/>
        </p:nvGrpSpPr>
        <p:grpSpPr>
          <a:xfrm>
            <a:off x="5010203" y="4134250"/>
            <a:ext cx="1202513" cy="1534760"/>
            <a:chOff x="5019668" y="4809218"/>
            <a:chExt cx="1202513" cy="1534760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F9F9064-7AE5-54B2-057C-6C48AC139FA5}"/>
                </a:ext>
              </a:extLst>
            </p:cNvPr>
            <p:cNvSpPr txBox="1"/>
            <p:nvPr/>
          </p:nvSpPr>
          <p:spPr>
            <a:xfrm>
              <a:off x="5416064" y="5112877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528FB641-CD1A-1C87-BCA9-2FE2AFFCF1F4}"/>
                </a:ext>
              </a:extLst>
            </p:cNvPr>
            <p:cNvSpPr txBox="1"/>
            <p:nvPr/>
          </p:nvSpPr>
          <p:spPr>
            <a:xfrm>
              <a:off x="5416064" y="5235987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27F3161-0773-0B36-756C-3616C38B6F48}"/>
                </a:ext>
              </a:extLst>
            </p:cNvPr>
            <p:cNvSpPr txBox="1"/>
            <p:nvPr/>
          </p:nvSpPr>
          <p:spPr>
            <a:xfrm>
              <a:off x="5416064" y="5359097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71C67D4-9FED-12DF-3283-602BC5EF585A}"/>
                </a:ext>
              </a:extLst>
            </p:cNvPr>
            <p:cNvSpPr txBox="1"/>
            <p:nvPr/>
          </p:nvSpPr>
          <p:spPr>
            <a:xfrm>
              <a:off x="5416064" y="5482207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B703AD4-B9CE-2B12-CC27-6479A6222034}"/>
                </a:ext>
              </a:extLst>
            </p:cNvPr>
            <p:cNvSpPr txBox="1"/>
            <p:nvPr/>
          </p:nvSpPr>
          <p:spPr>
            <a:xfrm>
              <a:off x="5416064" y="5605317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3E9EB9C-8514-129C-652E-43EA601A5B46}"/>
                </a:ext>
              </a:extLst>
            </p:cNvPr>
            <p:cNvSpPr txBox="1"/>
            <p:nvPr/>
          </p:nvSpPr>
          <p:spPr>
            <a:xfrm>
              <a:off x="5416064" y="5728427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43E818B-CA75-C37B-CD2F-6972973FC03F}"/>
                </a:ext>
              </a:extLst>
            </p:cNvPr>
            <p:cNvSpPr txBox="1"/>
            <p:nvPr/>
          </p:nvSpPr>
          <p:spPr>
            <a:xfrm>
              <a:off x="5416064" y="5851537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FE200C0-5F0E-B367-2C6F-0F414A430E32}"/>
                </a:ext>
              </a:extLst>
            </p:cNvPr>
            <p:cNvSpPr txBox="1"/>
            <p:nvPr/>
          </p:nvSpPr>
          <p:spPr>
            <a:xfrm>
              <a:off x="5416064" y="5974647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BCF73A5-633F-7958-2EBE-81F92CBF9756}"/>
                </a:ext>
              </a:extLst>
            </p:cNvPr>
            <p:cNvSpPr txBox="1"/>
            <p:nvPr/>
          </p:nvSpPr>
          <p:spPr>
            <a:xfrm>
              <a:off x="5416064" y="6097757"/>
              <a:ext cx="4174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b="1" dirty="0">
                  <a:solidFill>
                    <a:srgbClr val="FF0000"/>
                  </a:solidFill>
                </a:rPr>
                <a:t>C</a:t>
              </a: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52B6CACE-2422-D27E-3D4D-A2131EFA9CF3}"/>
                </a:ext>
              </a:extLst>
            </p:cNvPr>
            <p:cNvGrpSpPr/>
            <p:nvPr/>
          </p:nvGrpSpPr>
          <p:grpSpPr>
            <a:xfrm>
              <a:off x="5019668" y="5235986"/>
              <a:ext cx="475908" cy="984888"/>
              <a:chOff x="4721086" y="1948734"/>
              <a:chExt cx="475908" cy="984888"/>
            </a:xfrm>
          </p:grpSpPr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38F2FEB9-B47C-6C82-BE7A-19FFEC30A0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21086" y="2071845"/>
                <a:ext cx="475908" cy="1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57F5F31B-5672-772F-D85A-730350A422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194956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FBB3B5DF-4468-9B9A-8302-51AEB557F0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318067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621E4D28-B9BE-BF01-C0DF-A4DE92662C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441178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5B1C1B80-1E45-8E90-A34A-72AE1EA5DC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564289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3D3C240A-2A92-51C7-BFE1-A6B150F1B9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687400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D5B46AFE-ACF0-B063-24B4-6F0FE48BBB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810511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D8ABF9C-0241-B5FD-A8F6-1661413123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933622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D99EBB29-2551-F15C-C836-C171094CEA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21086" y="1948734"/>
                <a:ext cx="475908" cy="2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51316CA9-7B0D-5F78-AE36-9CA923734757}"/>
                </a:ext>
              </a:extLst>
            </p:cNvPr>
            <p:cNvGrpSpPr/>
            <p:nvPr/>
          </p:nvGrpSpPr>
          <p:grpSpPr>
            <a:xfrm>
              <a:off x="5746273" y="5236992"/>
              <a:ext cx="475908" cy="984888"/>
              <a:chOff x="4721086" y="1948734"/>
              <a:chExt cx="475908" cy="984888"/>
            </a:xfrm>
          </p:grpSpPr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7AE5096C-B4E5-90C7-95B9-4F38B75A76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21086" y="2071845"/>
                <a:ext cx="475908" cy="1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D73A92D2-DB11-CAEF-D2C4-9F32A07075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194956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D6BDF3C5-F212-C88B-BDD2-DFE6FCF3DA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318067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5689177D-14BC-F9E8-EC86-0578ED0784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441178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B665A719-CBDC-D528-8749-02408F06CA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564289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7F7EEC46-01C5-80E1-3B53-22A0F8C70D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687400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CFCC873F-1F15-677A-B622-2CFB841D3A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810511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D65D943D-A2A2-1846-5C98-214163EB4F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1086" y="2933622"/>
                <a:ext cx="475908" cy="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11BD1E6C-BECA-F131-55CA-BBA6D121AB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21086" y="1948734"/>
                <a:ext cx="475908" cy="2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F837EC2-7B80-E372-88C7-2DB3F12EAB7B}"/>
                </a:ext>
              </a:extLst>
            </p:cNvPr>
            <p:cNvSpPr txBox="1"/>
            <p:nvPr/>
          </p:nvSpPr>
          <p:spPr>
            <a:xfrm>
              <a:off x="5183295" y="4809218"/>
              <a:ext cx="882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X=9</a:t>
              </a: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5A32A20B-4DEF-D80A-F29B-BAF78E762C0F}"/>
              </a:ext>
            </a:extLst>
          </p:cNvPr>
          <p:cNvGrpSpPr/>
          <p:nvPr/>
        </p:nvGrpSpPr>
        <p:grpSpPr>
          <a:xfrm>
            <a:off x="6733130" y="4471207"/>
            <a:ext cx="1976284" cy="1976284"/>
            <a:chOff x="6733130" y="4471207"/>
            <a:chExt cx="1976284" cy="1976284"/>
          </a:xfrm>
        </p:grpSpPr>
        <p:sp>
          <p:nvSpPr>
            <p:cNvPr id="26" name="Chord 25">
              <a:extLst>
                <a:ext uri="{FF2B5EF4-FFF2-40B4-BE49-F238E27FC236}">
                  <a16:creationId xmlns:a16="http://schemas.microsoft.com/office/drawing/2014/main" id="{E7863820-964E-DC4B-802E-78DCE34AD908}"/>
                </a:ext>
              </a:extLst>
            </p:cNvPr>
            <p:cNvSpPr/>
            <p:nvPr/>
          </p:nvSpPr>
          <p:spPr>
            <a:xfrm rot="17569093">
              <a:off x="6733130" y="4471207"/>
              <a:ext cx="1976284" cy="1976284"/>
            </a:xfrm>
            <a:prstGeom prst="chor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CC88BA6-58CE-D547-9E90-29979FCDC8F9}"/>
                </a:ext>
              </a:extLst>
            </p:cNvPr>
            <p:cNvSpPr txBox="1"/>
            <p:nvPr/>
          </p:nvSpPr>
          <p:spPr>
            <a:xfrm>
              <a:off x="7312343" y="5099414"/>
              <a:ext cx="882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p=1</a:t>
              </a: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A342B2B6-245C-433D-3E42-0348D542B143}"/>
                </a:ext>
              </a:extLst>
            </p:cNvPr>
            <p:cNvSpPr/>
            <p:nvPr/>
          </p:nvSpPr>
          <p:spPr>
            <a:xfrm>
              <a:off x="7572736" y="611784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20ED8B09-E738-FCCC-69AF-C2C6700DABC1}"/>
                </a:ext>
              </a:extLst>
            </p:cNvPr>
            <p:cNvSpPr/>
            <p:nvPr/>
          </p:nvSpPr>
          <p:spPr>
            <a:xfrm>
              <a:off x="7380325" y="599352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1A2A6606-3A24-A179-367E-DFC9B8E7CF80}"/>
                </a:ext>
              </a:extLst>
            </p:cNvPr>
            <p:cNvSpPr/>
            <p:nvPr/>
          </p:nvSpPr>
          <p:spPr>
            <a:xfrm>
              <a:off x="7494803" y="588521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27D61DA9-C8F0-FDD2-060D-6CB3ADEB4101}"/>
                </a:ext>
              </a:extLst>
            </p:cNvPr>
            <p:cNvSpPr/>
            <p:nvPr/>
          </p:nvSpPr>
          <p:spPr>
            <a:xfrm>
              <a:off x="7609060" y="576087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4DA265B8-BC7C-0A20-10D2-FACEC4139946}"/>
                </a:ext>
              </a:extLst>
            </p:cNvPr>
            <p:cNvSpPr/>
            <p:nvPr/>
          </p:nvSpPr>
          <p:spPr>
            <a:xfrm rot="2427271">
              <a:off x="8446544" y="561060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3F1809EC-D47A-4F34-42CC-BD5CE3CAB09F}"/>
                </a:ext>
              </a:extLst>
            </p:cNvPr>
            <p:cNvSpPr/>
            <p:nvPr/>
          </p:nvSpPr>
          <p:spPr>
            <a:xfrm>
              <a:off x="8080148" y="579723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C01447FD-7083-22C2-39EB-3D09ED632D35}"/>
                </a:ext>
              </a:extLst>
            </p:cNvPr>
            <p:cNvSpPr/>
            <p:nvPr/>
          </p:nvSpPr>
          <p:spPr>
            <a:xfrm>
              <a:off x="8066554" y="595533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87819ED7-1A9C-E381-6C1F-53F07270363D}"/>
                </a:ext>
              </a:extLst>
            </p:cNvPr>
            <p:cNvSpPr/>
            <p:nvPr/>
          </p:nvSpPr>
          <p:spPr>
            <a:xfrm>
              <a:off x="8219277" y="564248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C0D47C5-4ABD-F797-6FEC-A868421B3A4A}"/>
                </a:ext>
              </a:extLst>
            </p:cNvPr>
            <p:cNvSpPr/>
            <p:nvPr/>
          </p:nvSpPr>
          <p:spPr>
            <a:xfrm>
              <a:off x="7055333" y="571131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406F59A8-594C-4315-158A-B8D20EC6858A}"/>
                </a:ext>
              </a:extLst>
            </p:cNvPr>
            <p:cNvSpPr/>
            <p:nvPr/>
          </p:nvSpPr>
          <p:spPr>
            <a:xfrm>
              <a:off x="7214445" y="568779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8DB471B6-65FE-4E3B-2ECD-933F5F23C3B2}"/>
                </a:ext>
              </a:extLst>
            </p:cNvPr>
            <p:cNvSpPr/>
            <p:nvPr/>
          </p:nvSpPr>
          <p:spPr>
            <a:xfrm>
              <a:off x="7725136" y="627024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616CC6BE-3039-B63E-8870-81D1EF0274B7}"/>
                </a:ext>
              </a:extLst>
            </p:cNvPr>
            <p:cNvSpPr/>
            <p:nvPr/>
          </p:nvSpPr>
          <p:spPr>
            <a:xfrm>
              <a:off x="7421947" y="618055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30D2EA28-9ABB-7405-93AF-C1B53E0A3AE7}"/>
                </a:ext>
              </a:extLst>
            </p:cNvPr>
            <p:cNvSpPr/>
            <p:nvPr/>
          </p:nvSpPr>
          <p:spPr>
            <a:xfrm>
              <a:off x="7209979" y="597445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E49C8E60-7249-31A2-D4AE-CE9B21FF4681}"/>
                </a:ext>
              </a:extLst>
            </p:cNvPr>
            <p:cNvSpPr/>
            <p:nvPr/>
          </p:nvSpPr>
          <p:spPr>
            <a:xfrm>
              <a:off x="7889870" y="560735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C68B9C32-AD47-EDA5-8C95-DCAC2FF11E93}"/>
                </a:ext>
              </a:extLst>
            </p:cNvPr>
            <p:cNvSpPr/>
            <p:nvPr/>
          </p:nvSpPr>
          <p:spPr>
            <a:xfrm rot="2427271">
              <a:off x="8211686" y="605859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1D64D401-ED2C-0A7E-FE85-5C90F510DFDD}"/>
                </a:ext>
              </a:extLst>
            </p:cNvPr>
            <p:cNvSpPr/>
            <p:nvPr/>
          </p:nvSpPr>
          <p:spPr>
            <a:xfrm>
              <a:off x="8425678" y="578053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88185618-A5E1-A4B1-055D-8DF96C2798FF}"/>
                </a:ext>
              </a:extLst>
            </p:cNvPr>
            <p:cNvSpPr/>
            <p:nvPr/>
          </p:nvSpPr>
          <p:spPr>
            <a:xfrm>
              <a:off x="8021022" y="5672672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FB561C16-933A-7E4A-D98A-2EEA6D7A05DC}"/>
                </a:ext>
              </a:extLst>
            </p:cNvPr>
            <p:cNvSpPr/>
            <p:nvPr/>
          </p:nvSpPr>
          <p:spPr>
            <a:xfrm>
              <a:off x="7389997" y="577099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885BA60F-3AC6-4022-9E19-1448309A1A80}"/>
                </a:ext>
              </a:extLst>
            </p:cNvPr>
            <p:cNvSpPr/>
            <p:nvPr/>
          </p:nvSpPr>
          <p:spPr>
            <a:xfrm>
              <a:off x="7421947" y="618055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DFDC1334-9CF8-12B9-EE33-A494B41703A1}"/>
                </a:ext>
              </a:extLst>
            </p:cNvPr>
            <p:cNvSpPr/>
            <p:nvPr/>
          </p:nvSpPr>
          <p:spPr>
            <a:xfrm>
              <a:off x="7918768" y="6255449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951FA3E7-10B0-56D2-64E0-773B8CA69E4A}"/>
                </a:ext>
              </a:extLst>
            </p:cNvPr>
            <p:cNvSpPr/>
            <p:nvPr/>
          </p:nvSpPr>
          <p:spPr>
            <a:xfrm>
              <a:off x="6914967" y="583598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B35D7C2B-EFBC-5C24-2A37-F79246CBE96E}"/>
                </a:ext>
              </a:extLst>
            </p:cNvPr>
            <p:cNvSpPr/>
            <p:nvPr/>
          </p:nvSpPr>
          <p:spPr>
            <a:xfrm>
              <a:off x="7389997" y="577099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1BB04F2A-36CD-D67E-C320-DBCEC5F5B3B2}"/>
                </a:ext>
              </a:extLst>
            </p:cNvPr>
            <p:cNvSpPr/>
            <p:nvPr/>
          </p:nvSpPr>
          <p:spPr>
            <a:xfrm>
              <a:off x="7269547" y="583475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888A5029-2EE0-5FB1-A544-D314B1DE2EDB}"/>
                </a:ext>
              </a:extLst>
            </p:cNvPr>
            <p:cNvSpPr/>
            <p:nvPr/>
          </p:nvSpPr>
          <p:spPr>
            <a:xfrm>
              <a:off x="7074249" y="586648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7B041148-BB18-A424-EB4F-4B1452D109A8}"/>
                </a:ext>
              </a:extLst>
            </p:cNvPr>
            <p:cNvSpPr/>
            <p:nvPr/>
          </p:nvSpPr>
          <p:spPr>
            <a:xfrm rot="2427271">
              <a:off x="7921422" y="6049049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CDEB0D3A-C5AC-9614-C933-FA4CDDAE4C1D}"/>
                </a:ext>
              </a:extLst>
            </p:cNvPr>
            <p:cNvSpPr/>
            <p:nvPr/>
          </p:nvSpPr>
          <p:spPr>
            <a:xfrm>
              <a:off x="8243608" y="5793897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A0C91BF0-4D12-4F26-0F2B-27C770A9EBEB}"/>
                </a:ext>
              </a:extLst>
            </p:cNvPr>
            <p:cNvSpPr/>
            <p:nvPr/>
          </p:nvSpPr>
          <p:spPr>
            <a:xfrm>
              <a:off x="7730758" y="566312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A4E69FF8-426D-EECA-E452-84227A157B68}"/>
                </a:ext>
              </a:extLst>
            </p:cNvPr>
            <p:cNvSpPr/>
            <p:nvPr/>
          </p:nvSpPr>
          <p:spPr>
            <a:xfrm>
              <a:off x="7553504" y="626398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5C2269F-AC7E-D853-0480-5F2DC2754A64}"/>
                </a:ext>
              </a:extLst>
            </p:cNvPr>
            <p:cNvSpPr/>
            <p:nvPr/>
          </p:nvSpPr>
          <p:spPr>
            <a:xfrm rot="2427271">
              <a:off x="8073822" y="6201449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C6D5A90-B04B-38F4-DC76-390D89DA2CAF}"/>
                </a:ext>
              </a:extLst>
            </p:cNvPr>
            <p:cNvSpPr/>
            <p:nvPr/>
          </p:nvSpPr>
          <p:spPr>
            <a:xfrm>
              <a:off x="8287814" y="592339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F7026031-B58B-00FD-BB7A-E74AD0BD17C4}"/>
                </a:ext>
              </a:extLst>
            </p:cNvPr>
            <p:cNvSpPr/>
            <p:nvPr/>
          </p:nvSpPr>
          <p:spPr>
            <a:xfrm>
              <a:off x="7883158" y="581552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CD7DF0D4-3A5F-393A-0F11-A9554159659B}"/>
                </a:ext>
              </a:extLst>
            </p:cNvPr>
            <p:cNvSpPr/>
            <p:nvPr/>
          </p:nvSpPr>
          <p:spPr>
            <a:xfrm rot="2427271">
              <a:off x="7096308" y="606166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57B6F3F3-CA46-7947-2C31-35BABEBF7034}"/>
                </a:ext>
              </a:extLst>
            </p:cNvPr>
            <p:cNvSpPr/>
            <p:nvPr/>
          </p:nvSpPr>
          <p:spPr>
            <a:xfrm>
              <a:off x="7767231" y="592861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D8038D5F-B25B-4DCA-D07D-83C71B0C79A5}"/>
                </a:ext>
              </a:extLst>
            </p:cNvPr>
            <p:cNvSpPr/>
            <p:nvPr/>
          </p:nvSpPr>
          <p:spPr>
            <a:xfrm>
              <a:off x="7634980" y="598278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75ADC8BE-23CC-4450-F9D0-96809C11CB08}"/>
                </a:ext>
              </a:extLst>
            </p:cNvPr>
            <p:cNvSpPr/>
            <p:nvPr/>
          </p:nvSpPr>
          <p:spPr>
            <a:xfrm>
              <a:off x="6859865" y="5694217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2C10C335-59A0-8099-1EBE-17BB865D2CEB}"/>
                </a:ext>
              </a:extLst>
            </p:cNvPr>
            <p:cNvSpPr/>
            <p:nvPr/>
          </p:nvSpPr>
          <p:spPr>
            <a:xfrm rot="2427271">
              <a:off x="7252623" y="618392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2E813EBA-741E-9E5D-5E5D-EE200877B082}"/>
                </a:ext>
              </a:extLst>
            </p:cNvPr>
            <p:cNvSpPr/>
            <p:nvPr/>
          </p:nvSpPr>
          <p:spPr>
            <a:xfrm>
              <a:off x="7812215" y="614681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4176A1DE-E085-156A-D386-3F57185DB803}"/>
                </a:ext>
              </a:extLst>
            </p:cNvPr>
            <p:cNvSpPr/>
            <p:nvPr/>
          </p:nvSpPr>
          <p:spPr>
            <a:xfrm>
              <a:off x="7477870" y="563825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638530D9-6DD6-4BA9-2A93-9C6EC07F53BE}"/>
              </a:ext>
            </a:extLst>
          </p:cNvPr>
          <p:cNvGrpSpPr/>
          <p:nvPr/>
        </p:nvGrpSpPr>
        <p:grpSpPr>
          <a:xfrm>
            <a:off x="6766570" y="1279611"/>
            <a:ext cx="1976284" cy="1976284"/>
            <a:chOff x="6766570" y="1279611"/>
            <a:chExt cx="1976284" cy="1976284"/>
          </a:xfrm>
        </p:grpSpPr>
        <p:sp>
          <p:nvSpPr>
            <p:cNvPr id="215" name="Chord 214">
              <a:extLst>
                <a:ext uri="{FF2B5EF4-FFF2-40B4-BE49-F238E27FC236}">
                  <a16:creationId xmlns:a16="http://schemas.microsoft.com/office/drawing/2014/main" id="{C907E9F7-938C-92BB-B365-0EE456A81558}"/>
                </a:ext>
              </a:extLst>
            </p:cNvPr>
            <p:cNvSpPr/>
            <p:nvPr/>
          </p:nvSpPr>
          <p:spPr>
            <a:xfrm rot="17569093">
              <a:off x="6766570" y="1279611"/>
              <a:ext cx="1976284" cy="1976284"/>
            </a:xfrm>
            <a:prstGeom prst="chor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AC28C03-9C0C-8342-CB2C-17CF5BEC983D}"/>
                </a:ext>
              </a:extLst>
            </p:cNvPr>
            <p:cNvSpPr txBox="1"/>
            <p:nvPr/>
          </p:nvSpPr>
          <p:spPr>
            <a:xfrm>
              <a:off x="7367219" y="1915983"/>
              <a:ext cx="768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p=0</a:t>
              </a: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9572E40E-EE9C-C0A8-3590-D2BB5471C3A7}"/>
                </a:ext>
              </a:extLst>
            </p:cNvPr>
            <p:cNvSpPr/>
            <p:nvPr/>
          </p:nvSpPr>
          <p:spPr>
            <a:xfrm>
              <a:off x="7621976" y="293117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7037A0F4-52DD-7191-0CB1-D8691B3DC9B3}"/>
                </a:ext>
              </a:extLst>
            </p:cNvPr>
            <p:cNvSpPr/>
            <p:nvPr/>
          </p:nvSpPr>
          <p:spPr>
            <a:xfrm>
              <a:off x="7429565" y="2806856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7D3A50EC-75F7-C62E-C666-7D1E529C2895}"/>
                </a:ext>
              </a:extLst>
            </p:cNvPr>
            <p:cNvSpPr/>
            <p:nvPr/>
          </p:nvSpPr>
          <p:spPr>
            <a:xfrm>
              <a:off x="7544043" y="269855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D792184A-7ECE-CA1E-7AB3-F428AF36B45B}"/>
                </a:ext>
              </a:extLst>
            </p:cNvPr>
            <p:cNvSpPr/>
            <p:nvPr/>
          </p:nvSpPr>
          <p:spPr>
            <a:xfrm>
              <a:off x="7658300" y="257420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013B9965-F3D6-D275-D045-066B83D5F86D}"/>
                </a:ext>
              </a:extLst>
            </p:cNvPr>
            <p:cNvSpPr/>
            <p:nvPr/>
          </p:nvSpPr>
          <p:spPr>
            <a:xfrm rot="2427271">
              <a:off x="8495784" y="242393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314F9BBD-6DE5-F31D-B591-42F7A9D28F22}"/>
                </a:ext>
              </a:extLst>
            </p:cNvPr>
            <p:cNvSpPr/>
            <p:nvPr/>
          </p:nvSpPr>
          <p:spPr>
            <a:xfrm>
              <a:off x="8129388" y="2610564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D333B5BD-F714-D744-5643-EDA9D296E03C}"/>
                </a:ext>
              </a:extLst>
            </p:cNvPr>
            <p:cNvSpPr/>
            <p:nvPr/>
          </p:nvSpPr>
          <p:spPr>
            <a:xfrm>
              <a:off x="8115794" y="2768669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8E2A9B97-9CFD-7652-C148-F21096D9F1EB}"/>
                </a:ext>
              </a:extLst>
            </p:cNvPr>
            <p:cNvSpPr/>
            <p:nvPr/>
          </p:nvSpPr>
          <p:spPr>
            <a:xfrm>
              <a:off x="8268517" y="245582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378E51EC-0EE5-16F3-560F-F4200837C794}"/>
                </a:ext>
              </a:extLst>
            </p:cNvPr>
            <p:cNvSpPr/>
            <p:nvPr/>
          </p:nvSpPr>
          <p:spPr>
            <a:xfrm>
              <a:off x="7104573" y="2524646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9B96D939-75A4-C3B4-7982-E020B8E25A87}"/>
                </a:ext>
              </a:extLst>
            </p:cNvPr>
            <p:cNvSpPr/>
            <p:nvPr/>
          </p:nvSpPr>
          <p:spPr>
            <a:xfrm>
              <a:off x="7263685" y="2501129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185E7097-1690-18F6-66D0-E0E9012748F2}"/>
                </a:ext>
              </a:extLst>
            </p:cNvPr>
            <p:cNvSpPr/>
            <p:nvPr/>
          </p:nvSpPr>
          <p:spPr>
            <a:xfrm>
              <a:off x="7774376" y="308357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420A0858-51E6-B68B-16B7-6C6ED031D59B}"/>
                </a:ext>
              </a:extLst>
            </p:cNvPr>
            <p:cNvSpPr/>
            <p:nvPr/>
          </p:nvSpPr>
          <p:spPr>
            <a:xfrm>
              <a:off x="7471187" y="2993883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3D558D49-DEFB-BE49-E5BE-24A4D3863E08}"/>
                </a:ext>
              </a:extLst>
            </p:cNvPr>
            <p:cNvSpPr/>
            <p:nvPr/>
          </p:nvSpPr>
          <p:spPr>
            <a:xfrm>
              <a:off x="7259219" y="2787784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85B56172-08E5-A0C4-038D-843FAFB4B4FF}"/>
                </a:ext>
              </a:extLst>
            </p:cNvPr>
            <p:cNvSpPr/>
            <p:nvPr/>
          </p:nvSpPr>
          <p:spPr>
            <a:xfrm>
              <a:off x="7939110" y="242068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1CA304C0-DB53-8A7B-8189-58652723F4FD}"/>
                </a:ext>
              </a:extLst>
            </p:cNvPr>
            <p:cNvSpPr/>
            <p:nvPr/>
          </p:nvSpPr>
          <p:spPr>
            <a:xfrm rot="2427271">
              <a:off x="8260926" y="2871926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07FA019F-7066-15C8-DB55-9443BB6AF83C}"/>
                </a:ext>
              </a:extLst>
            </p:cNvPr>
            <p:cNvSpPr/>
            <p:nvPr/>
          </p:nvSpPr>
          <p:spPr>
            <a:xfrm>
              <a:off x="8474918" y="259387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75B6EA24-56F0-6235-6EBC-287C22EBAC83}"/>
                </a:ext>
              </a:extLst>
            </p:cNvPr>
            <p:cNvSpPr/>
            <p:nvPr/>
          </p:nvSpPr>
          <p:spPr>
            <a:xfrm>
              <a:off x="8070262" y="2486005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28A774EA-9FF0-FC95-DA72-8953AED0DCAC}"/>
                </a:ext>
              </a:extLst>
            </p:cNvPr>
            <p:cNvSpPr/>
            <p:nvPr/>
          </p:nvSpPr>
          <p:spPr>
            <a:xfrm>
              <a:off x="7439237" y="258432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B22A1EDE-66CE-AC9F-84DC-24108067F3ED}"/>
                </a:ext>
              </a:extLst>
            </p:cNvPr>
            <p:cNvSpPr/>
            <p:nvPr/>
          </p:nvSpPr>
          <p:spPr>
            <a:xfrm>
              <a:off x="7471187" y="2993883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0F598C56-8A84-3152-4838-B6333FEA5173}"/>
                </a:ext>
              </a:extLst>
            </p:cNvPr>
            <p:cNvSpPr/>
            <p:nvPr/>
          </p:nvSpPr>
          <p:spPr>
            <a:xfrm>
              <a:off x="7968008" y="3068782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12BB883A-B247-B8D2-6C28-B07AE7D8265C}"/>
                </a:ext>
              </a:extLst>
            </p:cNvPr>
            <p:cNvSpPr/>
            <p:nvPr/>
          </p:nvSpPr>
          <p:spPr>
            <a:xfrm>
              <a:off x="6964207" y="2649313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5F2196AB-B1D6-914E-88F6-F8CB1AF58D1F}"/>
                </a:ext>
              </a:extLst>
            </p:cNvPr>
            <p:cNvSpPr/>
            <p:nvPr/>
          </p:nvSpPr>
          <p:spPr>
            <a:xfrm>
              <a:off x="7439237" y="258432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7C0AB4AF-8DEB-A5BA-8146-E8005D4A38A0}"/>
                </a:ext>
              </a:extLst>
            </p:cNvPr>
            <p:cNvSpPr/>
            <p:nvPr/>
          </p:nvSpPr>
          <p:spPr>
            <a:xfrm>
              <a:off x="7318787" y="2648084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293117C3-89F0-4ABC-B08F-1E8CC9DAECE1}"/>
                </a:ext>
              </a:extLst>
            </p:cNvPr>
            <p:cNvSpPr/>
            <p:nvPr/>
          </p:nvSpPr>
          <p:spPr>
            <a:xfrm>
              <a:off x="7123489" y="267982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9DC5B6F0-8199-1A2E-6626-6DB3EB7AF1A4}"/>
                </a:ext>
              </a:extLst>
            </p:cNvPr>
            <p:cNvSpPr/>
            <p:nvPr/>
          </p:nvSpPr>
          <p:spPr>
            <a:xfrm rot="2427271">
              <a:off x="7970662" y="2862382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DB209572-0A98-23AE-9055-40BDE5FDA087}"/>
                </a:ext>
              </a:extLst>
            </p:cNvPr>
            <p:cNvSpPr/>
            <p:nvPr/>
          </p:nvSpPr>
          <p:spPr>
            <a:xfrm>
              <a:off x="8292848" y="2607230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A7329889-7822-AC37-F18F-D9744DDCD74C}"/>
                </a:ext>
              </a:extLst>
            </p:cNvPr>
            <p:cNvSpPr/>
            <p:nvPr/>
          </p:nvSpPr>
          <p:spPr>
            <a:xfrm>
              <a:off x="7779998" y="247646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CF2C7932-A620-98F1-D19A-58F9429D3F28}"/>
                </a:ext>
              </a:extLst>
            </p:cNvPr>
            <p:cNvSpPr/>
            <p:nvPr/>
          </p:nvSpPr>
          <p:spPr>
            <a:xfrm>
              <a:off x="7602744" y="307732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9AE9E9AC-B1C7-2630-D247-695A11DD640A}"/>
                </a:ext>
              </a:extLst>
            </p:cNvPr>
            <p:cNvSpPr/>
            <p:nvPr/>
          </p:nvSpPr>
          <p:spPr>
            <a:xfrm rot="2427271">
              <a:off x="8123062" y="3014782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72C470B6-73B1-DC44-B632-2E9569CDE9BC}"/>
                </a:ext>
              </a:extLst>
            </p:cNvPr>
            <p:cNvSpPr/>
            <p:nvPr/>
          </p:nvSpPr>
          <p:spPr>
            <a:xfrm>
              <a:off x="8337054" y="273672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13FAB4CE-0C9F-3935-5B08-2F0358DEAF53}"/>
                </a:ext>
              </a:extLst>
            </p:cNvPr>
            <p:cNvSpPr/>
            <p:nvPr/>
          </p:nvSpPr>
          <p:spPr>
            <a:xfrm>
              <a:off x="7932398" y="262886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65D6F4CD-AC08-35B5-3052-A62FBD3905EC}"/>
                </a:ext>
              </a:extLst>
            </p:cNvPr>
            <p:cNvSpPr/>
            <p:nvPr/>
          </p:nvSpPr>
          <p:spPr>
            <a:xfrm rot="2427271">
              <a:off x="7145548" y="287499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7B915AED-A55C-3746-87FD-CBD84CF80B3C}"/>
                </a:ext>
              </a:extLst>
            </p:cNvPr>
            <p:cNvSpPr/>
            <p:nvPr/>
          </p:nvSpPr>
          <p:spPr>
            <a:xfrm>
              <a:off x="7816471" y="2741944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2FD236FF-029B-D227-B7F9-686408903C49}"/>
                </a:ext>
              </a:extLst>
            </p:cNvPr>
            <p:cNvSpPr/>
            <p:nvPr/>
          </p:nvSpPr>
          <p:spPr>
            <a:xfrm>
              <a:off x="7684220" y="2796114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780FB6E1-CAFD-2E37-4461-A7DCC24021BD}"/>
                </a:ext>
              </a:extLst>
            </p:cNvPr>
            <p:cNvSpPr/>
            <p:nvPr/>
          </p:nvSpPr>
          <p:spPr>
            <a:xfrm>
              <a:off x="6909105" y="2507550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F66C08EB-8999-4D7A-284E-9D22E625CD7C}"/>
                </a:ext>
              </a:extLst>
            </p:cNvPr>
            <p:cNvSpPr/>
            <p:nvPr/>
          </p:nvSpPr>
          <p:spPr>
            <a:xfrm rot="2427271">
              <a:off x="7301863" y="2997259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BAED6DCD-B4E6-6D25-CD4E-56845CA50AD0}"/>
                </a:ext>
              </a:extLst>
            </p:cNvPr>
            <p:cNvSpPr/>
            <p:nvPr/>
          </p:nvSpPr>
          <p:spPr>
            <a:xfrm>
              <a:off x="7861455" y="2960149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03DEEFEF-586B-9A7A-AF99-B51C36D2387E}"/>
                </a:ext>
              </a:extLst>
            </p:cNvPr>
            <p:cNvSpPr/>
            <p:nvPr/>
          </p:nvSpPr>
          <p:spPr>
            <a:xfrm>
              <a:off x="7527110" y="245159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36083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7BDF5-6D9D-884B-A281-FB18F0A52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Question 10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B65EA-541F-5B47-AB7C-4558465DE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E1094-0D42-1A4A-9F76-560D10EF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382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FFE9-1DAF-B045-AF8C-4AF4322C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Estimating genotype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517229-3D9F-F14E-8E54-49D33A73FE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6152857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CH" dirty="0"/>
                  <a:t>What are the likely genotypes? </a:t>
                </a:r>
              </a:p>
              <a:p>
                <a:pPr marL="0" indent="0">
                  <a:buNone/>
                </a:pPr>
                <a:r>
                  <a:rPr lang="en-CH" dirty="0"/>
                  <a:t>At a site we count 9 bases</a:t>
                </a:r>
              </a:p>
              <a:p>
                <a:pPr marL="457200" lvl="1" indent="0">
                  <a:buNone/>
                </a:pPr>
                <a:endParaRPr lang="en-CH" dirty="0"/>
              </a:p>
              <a:p>
                <a:pPr marL="457200" lvl="1" indent="0">
                  <a:buNone/>
                </a:pPr>
                <a:r>
                  <a:rPr lang="en-CH" dirty="0"/>
                  <a:t>8 </a:t>
                </a:r>
                <a:r>
                  <a:rPr lang="en-CH" dirty="0">
                    <a:solidFill>
                      <a:schemeClr val="accent6">
                        <a:lumMod val="75000"/>
                      </a:schemeClr>
                    </a:solidFill>
                  </a:rPr>
                  <a:t>REF</a:t>
                </a:r>
                <a:r>
                  <a:rPr lang="en-CH" dirty="0"/>
                  <a:t> and 1 </a:t>
                </a:r>
                <a:r>
                  <a:rPr lang="en-CH" dirty="0">
                    <a:solidFill>
                      <a:srgbClr val="FF0000"/>
                    </a:solidFill>
                  </a:rPr>
                  <a:t>ALT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(p=0.5 | X=1) = 0.017</a:t>
                </a:r>
                <a:endParaRPr lang="en-CH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(p=0 | X=1) = 0</a:t>
                </a:r>
                <a:endParaRPr lang="en-CH" dirty="0"/>
              </a:p>
              <a:p>
                <a:pPr marL="457200" lvl="1" indent="0">
                  <a:buNone/>
                </a:pPr>
                <a:endParaRPr lang="en-CH" dirty="0"/>
              </a:p>
              <a:p>
                <a:pPr lvl="1"/>
                <a:endParaRPr lang="en-CH" dirty="0"/>
              </a:p>
              <a:p>
                <a:pPr lvl="1"/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517229-3D9F-F14E-8E54-49D33A73FE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6152857" cy="4351338"/>
              </a:xfrm>
              <a:blipFill>
                <a:blip r:embed="rId2"/>
                <a:stretch>
                  <a:fillRect l="-2062" t="-261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0DD89-A8D6-C448-9443-AF016A0B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13</a:t>
            </a:fld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BD612F-05A9-B145-89FD-A65FAA9E5944}"/>
              </a:ext>
            </a:extLst>
          </p:cNvPr>
          <p:cNvSpPr txBox="1"/>
          <p:nvPr/>
        </p:nvSpPr>
        <p:spPr>
          <a:xfrm>
            <a:off x="529251" y="5329164"/>
            <a:ext cx="5152718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H" sz="2400" dirty="0">
                <a:solidFill>
                  <a:schemeClr val="accent2"/>
                </a:solidFill>
              </a:rPr>
              <a:t>Strict binomial distribution would only </a:t>
            </a:r>
            <a:r>
              <a:rPr lang="en-CH" sz="2400">
                <a:solidFill>
                  <a:schemeClr val="accent2"/>
                </a:solidFill>
              </a:rPr>
              <a:t>work</a:t>
            </a:r>
            <a:r>
              <a:rPr lang="en-CH" sz="2400" dirty="0">
                <a:solidFill>
                  <a:schemeClr val="accent2"/>
                </a:solidFill>
              </a:rPr>
              <a:t> with error-free data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9BDF3F3-D4F5-DB1B-F421-0F41EF3907FA}"/>
              </a:ext>
            </a:extLst>
          </p:cNvPr>
          <p:cNvSpPr txBox="1"/>
          <p:nvPr/>
        </p:nvSpPr>
        <p:spPr>
          <a:xfrm>
            <a:off x="5139477" y="3279124"/>
            <a:ext cx="417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000" b="1" dirty="0">
                <a:solidFill>
                  <a:srgbClr val="548235"/>
                </a:solidFill>
              </a:rPr>
              <a:t>A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8192DF2-E2ED-25F8-9960-5FB54A1C3272}"/>
              </a:ext>
            </a:extLst>
          </p:cNvPr>
          <p:cNvSpPr txBox="1"/>
          <p:nvPr/>
        </p:nvSpPr>
        <p:spPr>
          <a:xfrm>
            <a:off x="5139477" y="3402234"/>
            <a:ext cx="417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000" b="1" dirty="0">
                <a:solidFill>
                  <a:srgbClr val="548235"/>
                </a:solidFill>
              </a:rPr>
              <a:t>A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D8831DA-332F-25D1-507E-6C6A3ABA07CC}"/>
              </a:ext>
            </a:extLst>
          </p:cNvPr>
          <p:cNvSpPr txBox="1"/>
          <p:nvPr/>
        </p:nvSpPr>
        <p:spPr>
          <a:xfrm>
            <a:off x="5139477" y="3525344"/>
            <a:ext cx="417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000" b="1" dirty="0">
                <a:solidFill>
                  <a:srgbClr val="548235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BC4457-EE60-8DE3-035B-89C96109F584}"/>
              </a:ext>
            </a:extLst>
          </p:cNvPr>
          <p:cNvSpPr txBox="1"/>
          <p:nvPr/>
        </p:nvSpPr>
        <p:spPr>
          <a:xfrm>
            <a:off x="5139477" y="3648454"/>
            <a:ext cx="417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000" b="1" dirty="0">
                <a:solidFill>
                  <a:srgbClr val="548235"/>
                </a:solidFill>
              </a:rPr>
              <a:t>A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F7441CD-1ADE-1FE5-1619-AF86C597B19F}"/>
              </a:ext>
            </a:extLst>
          </p:cNvPr>
          <p:cNvSpPr txBox="1"/>
          <p:nvPr/>
        </p:nvSpPr>
        <p:spPr>
          <a:xfrm>
            <a:off x="5139477" y="3771564"/>
            <a:ext cx="417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000" b="1" dirty="0">
                <a:solidFill>
                  <a:srgbClr val="548235"/>
                </a:solidFill>
              </a:rPr>
              <a:t>A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28424B3-356D-9F02-B898-88F1D85249D9}"/>
              </a:ext>
            </a:extLst>
          </p:cNvPr>
          <p:cNvSpPr txBox="1"/>
          <p:nvPr/>
        </p:nvSpPr>
        <p:spPr>
          <a:xfrm>
            <a:off x="5139477" y="3894674"/>
            <a:ext cx="417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000" b="1" dirty="0">
                <a:solidFill>
                  <a:srgbClr val="548235"/>
                </a:solidFill>
              </a:rPr>
              <a:t>A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FCE6C48-3CDC-E0F5-FC5C-5EC75106C212}"/>
              </a:ext>
            </a:extLst>
          </p:cNvPr>
          <p:cNvSpPr txBox="1"/>
          <p:nvPr/>
        </p:nvSpPr>
        <p:spPr>
          <a:xfrm>
            <a:off x="5139477" y="4017784"/>
            <a:ext cx="417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0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31A5A90-4C9B-DFDA-0C1B-21BC4A6D7EB8}"/>
              </a:ext>
            </a:extLst>
          </p:cNvPr>
          <p:cNvSpPr txBox="1"/>
          <p:nvPr/>
        </p:nvSpPr>
        <p:spPr>
          <a:xfrm>
            <a:off x="5139477" y="4140894"/>
            <a:ext cx="417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000" b="1" dirty="0">
                <a:solidFill>
                  <a:srgbClr val="548235"/>
                </a:solidFill>
              </a:rPr>
              <a:t>A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F8473FE-218A-88C9-025E-F5FE3298537B}"/>
              </a:ext>
            </a:extLst>
          </p:cNvPr>
          <p:cNvSpPr txBox="1"/>
          <p:nvPr/>
        </p:nvSpPr>
        <p:spPr>
          <a:xfrm>
            <a:off x="5139477" y="4264004"/>
            <a:ext cx="417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000" b="1" dirty="0">
                <a:solidFill>
                  <a:srgbClr val="548235"/>
                </a:solidFill>
              </a:rPr>
              <a:t>A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DA051F4-C41F-59B6-A546-3AA0FCB6281F}"/>
              </a:ext>
            </a:extLst>
          </p:cNvPr>
          <p:cNvGrpSpPr/>
          <p:nvPr/>
        </p:nvGrpSpPr>
        <p:grpSpPr>
          <a:xfrm>
            <a:off x="4743081" y="3402233"/>
            <a:ext cx="475908" cy="984888"/>
            <a:chOff x="4721086" y="1948734"/>
            <a:chExt cx="475908" cy="984888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02C98C6-39C8-AA03-E7B3-0090E3D098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21086" y="2071845"/>
              <a:ext cx="475908" cy="1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9D8A6FC-652F-7540-225E-B72F27DE51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194956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B21CEFBC-B962-292F-B832-4A4A2E9CD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318067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1A69A03-A1D1-475C-4878-B66EFE1762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441178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75E92A6-CB65-3610-03FC-816BE8F3C9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564289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713189B-6767-969E-B460-8C2312379D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687400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E725DE4D-193F-9A22-5979-8D153D4638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810511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BA47524-E8E7-6BD3-9A2C-AD7DD4F896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933622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C67E3D8-8330-F972-B9FE-2BB7BB1CE5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21086" y="1948734"/>
              <a:ext cx="475908" cy="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10583BB-5F3F-7405-EC88-0CF1000AC142}"/>
              </a:ext>
            </a:extLst>
          </p:cNvPr>
          <p:cNvGrpSpPr/>
          <p:nvPr/>
        </p:nvGrpSpPr>
        <p:grpSpPr>
          <a:xfrm>
            <a:off x="5469686" y="3403239"/>
            <a:ext cx="475908" cy="984888"/>
            <a:chOff x="4721086" y="1948734"/>
            <a:chExt cx="475908" cy="984888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C94F202-FBA0-EE03-5427-10139BCF5F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21086" y="2071845"/>
              <a:ext cx="475908" cy="1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9415CCD-7306-CAB5-F449-6166F74420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194956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BAEA4BE0-6E25-97D3-E349-710BC1598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318067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F89F536-DA3B-438D-3C3E-6B7C12D6D3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441178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11E17BB2-D654-8438-D5C9-5F48A24D51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564289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2A112AFC-719F-4C0F-7D71-8854EC0EF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687400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D2ACC4E-3393-F6A0-6D49-4EEC9039B6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810511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7AF51D8-7DE7-4D62-8F6F-7A9A73D233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086" y="2933622"/>
              <a:ext cx="475908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58B1B7B-2013-FF22-23CA-DE396AE062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21086" y="1948734"/>
              <a:ext cx="475908" cy="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3AFE7341-CA68-597B-FADD-F0C4659F27AE}"/>
              </a:ext>
            </a:extLst>
          </p:cNvPr>
          <p:cNvSpPr txBox="1"/>
          <p:nvPr/>
        </p:nvSpPr>
        <p:spPr>
          <a:xfrm>
            <a:off x="4901265" y="2981497"/>
            <a:ext cx="88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>
                <a:latin typeface="Cambria Math" panose="02040503050406030204" pitchFamily="18" charset="0"/>
                <a:ea typeface="Cambria Math" panose="02040503050406030204" pitchFamily="18" charset="0"/>
              </a:rPr>
              <a:t>X=1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BB4D2D-C077-983C-93B8-4F7435A8348B}"/>
              </a:ext>
            </a:extLst>
          </p:cNvPr>
          <p:cNvGrpSpPr/>
          <p:nvPr/>
        </p:nvGrpSpPr>
        <p:grpSpPr>
          <a:xfrm>
            <a:off x="6733131" y="2866294"/>
            <a:ext cx="1976284" cy="1976284"/>
            <a:chOff x="6733131" y="2866294"/>
            <a:chExt cx="1976284" cy="1976284"/>
          </a:xfrm>
        </p:grpSpPr>
        <p:sp>
          <p:nvSpPr>
            <p:cNvPr id="134" name="Chord 133">
              <a:extLst>
                <a:ext uri="{FF2B5EF4-FFF2-40B4-BE49-F238E27FC236}">
                  <a16:creationId xmlns:a16="http://schemas.microsoft.com/office/drawing/2014/main" id="{DC2D6677-8B88-A6E4-0219-AFA9CDE00DE5}"/>
                </a:ext>
              </a:extLst>
            </p:cNvPr>
            <p:cNvSpPr/>
            <p:nvPr/>
          </p:nvSpPr>
          <p:spPr>
            <a:xfrm rot="17569093">
              <a:off x="6733131" y="2866294"/>
              <a:ext cx="1976284" cy="1976284"/>
            </a:xfrm>
            <a:prstGeom prst="chor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F16B09C-03D2-1732-C44B-D716F5CFFC30}"/>
                </a:ext>
              </a:extLst>
            </p:cNvPr>
            <p:cNvSpPr/>
            <p:nvPr/>
          </p:nvSpPr>
          <p:spPr>
            <a:xfrm>
              <a:off x="7588537" y="4517860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8F0D94CE-E3AE-C16C-920C-D50C6687F078}"/>
                </a:ext>
              </a:extLst>
            </p:cNvPr>
            <p:cNvSpPr/>
            <p:nvPr/>
          </p:nvSpPr>
          <p:spPr>
            <a:xfrm>
              <a:off x="7396126" y="4393539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FC8CD56-D20A-7398-993B-338779F7584C}"/>
                </a:ext>
              </a:extLst>
            </p:cNvPr>
            <p:cNvSpPr/>
            <p:nvPr/>
          </p:nvSpPr>
          <p:spPr>
            <a:xfrm>
              <a:off x="7510604" y="4285234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B3C71512-B22F-26F2-5883-B3223C5498E1}"/>
                </a:ext>
              </a:extLst>
            </p:cNvPr>
            <p:cNvSpPr/>
            <p:nvPr/>
          </p:nvSpPr>
          <p:spPr>
            <a:xfrm>
              <a:off x="7624861" y="416089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6BD2B45-F14F-04A9-9429-09B42277D52B}"/>
                </a:ext>
              </a:extLst>
            </p:cNvPr>
            <p:cNvSpPr/>
            <p:nvPr/>
          </p:nvSpPr>
          <p:spPr>
            <a:xfrm rot="2427271">
              <a:off x="8462345" y="4010620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E845F40E-3131-0243-D88E-EB1D52CB3C69}"/>
                </a:ext>
              </a:extLst>
            </p:cNvPr>
            <p:cNvSpPr/>
            <p:nvPr/>
          </p:nvSpPr>
          <p:spPr>
            <a:xfrm>
              <a:off x="8095949" y="4197247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B924752-AE8C-C30D-F28A-5047CB6CBF19}"/>
                </a:ext>
              </a:extLst>
            </p:cNvPr>
            <p:cNvSpPr/>
            <p:nvPr/>
          </p:nvSpPr>
          <p:spPr>
            <a:xfrm>
              <a:off x="8082355" y="4355352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163F6891-5357-5E27-269E-DE85BC22D14D}"/>
                </a:ext>
              </a:extLst>
            </p:cNvPr>
            <p:cNvSpPr/>
            <p:nvPr/>
          </p:nvSpPr>
          <p:spPr>
            <a:xfrm>
              <a:off x="8235078" y="404250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C6877A7-B038-CF75-461F-0B7F9559908E}"/>
                </a:ext>
              </a:extLst>
            </p:cNvPr>
            <p:cNvSpPr/>
            <p:nvPr/>
          </p:nvSpPr>
          <p:spPr>
            <a:xfrm>
              <a:off x="7071134" y="4111329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9FFD8E36-143A-4D49-3854-ED2F1ED9F5F5}"/>
                </a:ext>
              </a:extLst>
            </p:cNvPr>
            <p:cNvSpPr/>
            <p:nvPr/>
          </p:nvSpPr>
          <p:spPr>
            <a:xfrm>
              <a:off x="7230246" y="4087812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8723010A-50FE-F472-E31C-6696EB398EDA}"/>
                </a:ext>
              </a:extLst>
            </p:cNvPr>
            <p:cNvSpPr txBox="1"/>
            <p:nvPr/>
          </p:nvSpPr>
          <p:spPr>
            <a:xfrm>
              <a:off x="7279780" y="3524649"/>
              <a:ext cx="882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p=0.5</a:t>
              </a:r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9E7F8D39-3722-9EDD-171A-569FAF28E91B}"/>
                </a:ext>
              </a:extLst>
            </p:cNvPr>
            <p:cNvSpPr/>
            <p:nvPr/>
          </p:nvSpPr>
          <p:spPr>
            <a:xfrm>
              <a:off x="7740937" y="4670260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80534FD-9600-6F37-DB00-7269D6D187AD}"/>
                </a:ext>
              </a:extLst>
            </p:cNvPr>
            <p:cNvSpPr/>
            <p:nvPr/>
          </p:nvSpPr>
          <p:spPr>
            <a:xfrm>
              <a:off x="7437748" y="458056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76EAFA8B-A4AE-98DA-1C8B-E1672D0BE6F9}"/>
                </a:ext>
              </a:extLst>
            </p:cNvPr>
            <p:cNvSpPr/>
            <p:nvPr/>
          </p:nvSpPr>
          <p:spPr>
            <a:xfrm>
              <a:off x="7225780" y="4374467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64F88D3-972E-C742-ADF0-5DC4C02FCF37}"/>
                </a:ext>
              </a:extLst>
            </p:cNvPr>
            <p:cNvSpPr/>
            <p:nvPr/>
          </p:nvSpPr>
          <p:spPr>
            <a:xfrm>
              <a:off x="7905671" y="400737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401D320-25C3-6892-2D1C-9B03DE1BC089}"/>
                </a:ext>
              </a:extLst>
            </p:cNvPr>
            <p:cNvSpPr/>
            <p:nvPr/>
          </p:nvSpPr>
          <p:spPr>
            <a:xfrm rot="2427271">
              <a:off x="8227487" y="4458609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F1CE68F-EAE6-A198-124C-2A34D96C3182}"/>
                </a:ext>
              </a:extLst>
            </p:cNvPr>
            <p:cNvSpPr/>
            <p:nvPr/>
          </p:nvSpPr>
          <p:spPr>
            <a:xfrm>
              <a:off x="8441479" y="418055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BEAEE1BE-9C58-FD2C-FFF1-24E953B76BD3}"/>
                </a:ext>
              </a:extLst>
            </p:cNvPr>
            <p:cNvSpPr/>
            <p:nvPr/>
          </p:nvSpPr>
          <p:spPr>
            <a:xfrm>
              <a:off x="8036823" y="4072688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0A0E97BB-E7EA-75A4-7D30-2363B18E4113}"/>
                </a:ext>
              </a:extLst>
            </p:cNvPr>
            <p:cNvSpPr/>
            <p:nvPr/>
          </p:nvSpPr>
          <p:spPr>
            <a:xfrm>
              <a:off x="7405798" y="417101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76BE8A37-AECD-1024-CEB0-CE95B4275049}"/>
                </a:ext>
              </a:extLst>
            </p:cNvPr>
            <p:cNvSpPr/>
            <p:nvPr/>
          </p:nvSpPr>
          <p:spPr>
            <a:xfrm>
              <a:off x="7437748" y="458056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2E772EE3-AB57-D014-48E4-F3921781C4CF}"/>
                </a:ext>
              </a:extLst>
            </p:cNvPr>
            <p:cNvSpPr/>
            <p:nvPr/>
          </p:nvSpPr>
          <p:spPr>
            <a:xfrm>
              <a:off x="7934569" y="4655465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B0DA1FAC-538D-A460-20BD-F08EEC1B5401}"/>
                </a:ext>
              </a:extLst>
            </p:cNvPr>
            <p:cNvSpPr/>
            <p:nvPr/>
          </p:nvSpPr>
          <p:spPr>
            <a:xfrm>
              <a:off x="6930768" y="4235996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76D50D4B-39C2-6A55-C557-0D8A16BA3E40}"/>
                </a:ext>
              </a:extLst>
            </p:cNvPr>
            <p:cNvSpPr/>
            <p:nvPr/>
          </p:nvSpPr>
          <p:spPr>
            <a:xfrm>
              <a:off x="7405798" y="417101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E17759BB-DEDD-AE3E-0008-6565FAE1FBE0}"/>
                </a:ext>
              </a:extLst>
            </p:cNvPr>
            <p:cNvSpPr/>
            <p:nvPr/>
          </p:nvSpPr>
          <p:spPr>
            <a:xfrm>
              <a:off x="7285348" y="4234767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3FBFE29-862A-EE63-81EE-9A0D6E05EA5D}"/>
                </a:ext>
              </a:extLst>
            </p:cNvPr>
            <p:cNvSpPr/>
            <p:nvPr/>
          </p:nvSpPr>
          <p:spPr>
            <a:xfrm>
              <a:off x="7090050" y="426650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EDA9EE1D-3643-BF76-33F2-EFE5E78FFA26}"/>
                </a:ext>
              </a:extLst>
            </p:cNvPr>
            <p:cNvSpPr/>
            <p:nvPr/>
          </p:nvSpPr>
          <p:spPr>
            <a:xfrm rot="2427271">
              <a:off x="7937223" y="4449065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1A03C2A1-47D9-4ACD-7C30-0BB319586B8F}"/>
                </a:ext>
              </a:extLst>
            </p:cNvPr>
            <p:cNvSpPr/>
            <p:nvPr/>
          </p:nvSpPr>
          <p:spPr>
            <a:xfrm>
              <a:off x="8259409" y="419391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F390930F-EE8B-C8B2-08F0-EAC67ED3FBDB}"/>
                </a:ext>
              </a:extLst>
            </p:cNvPr>
            <p:cNvSpPr/>
            <p:nvPr/>
          </p:nvSpPr>
          <p:spPr>
            <a:xfrm>
              <a:off x="7746559" y="4063144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BC00755-C00B-19FD-8BBB-E5BE7207DEC5}"/>
                </a:ext>
              </a:extLst>
            </p:cNvPr>
            <p:cNvSpPr/>
            <p:nvPr/>
          </p:nvSpPr>
          <p:spPr>
            <a:xfrm>
              <a:off x="7569305" y="466400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816947F9-A8CC-66E0-2B6E-50C6DE884489}"/>
                </a:ext>
              </a:extLst>
            </p:cNvPr>
            <p:cNvSpPr/>
            <p:nvPr/>
          </p:nvSpPr>
          <p:spPr>
            <a:xfrm rot="2427271">
              <a:off x="8089623" y="4601465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AE78036D-E4D9-D90A-8337-3931FF1C27D5}"/>
                </a:ext>
              </a:extLst>
            </p:cNvPr>
            <p:cNvSpPr/>
            <p:nvPr/>
          </p:nvSpPr>
          <p:spPr>
            <a:xfrm>
              <a:off x="8303615" y="432341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1FD737EC-279D-78B8-2DFC-8F895BE70EC0}"/>
                </a:ext>
              </a:extLst>
            </p:cNvPr>
            <p:cNvSpPr/>
            <p:nvPr/>
          </p:nvSpPr>
          <p:spPr>
            <a:xfrm>
              <a:off x="7898959" y="4215544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C96D0FCB-772A-D2FB-A434-AD9DAFB2447E}"/>
                </a:ext>
              </a:extLst>
            </p:cNvPr>
            <p:cNvSpPr/>
            <p:nvPr/>
          </p:nvSpPr>
          <p:spPr>
            <a:xfrm rot="2427271">
              <a:off x="7112109" y="4461680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09C4582F-8ECE-E074-0F71-8D67D82A17D5}"/>
                </a:ext>
              </a:extLst>
            </p:cNvPr>
            <p:cNvSpPr/>
            <p:nvPr/>
          </p:nvSpPr>
          <p:spPr>
            <a:xfrm>
              <a:off x="7783032" y="4328627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64000AB3-E430-AB6E-2EFD-241779A9A72C}"/>
                </a:ext>
              </a:extLst>
            </p:cNvPr>
            <p:cNvSpPr/>
            <p:nvPr/>
          </p:nvSpPr>
          <p:spPr>
            <a:xfrm>
              <a:off x="7650781" y="4382797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3C8D2334-B105-746D-3B66-26BD16F7CDF2}"/>
                </a:ext>
              </a:extLst>
            </p:cNvPr>
            <p:cNvSpPr/>
            <p:nvPr/>
          </p:nvSpPr>
          <p:spPr>
            <a:xfrm>
              <a:off x="6875666" y="409423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66F715BD-8D19-8CAD-4BF0-939469CC9FEC}"/>
                </a:ext>
              </a:extLst>
            </p:cNvPr>
            <p:cNvSpPr/>
            <p:nvPr/>
          </p:nvSpPr>
          <p:spPr>
            <a:xfrm rot="2427271">
              <a:off x="7268424" y="4583942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EAE2FA62-59CF-741C-5B44-E749F2F7712B}"/>
                </a:ext>
              </a:extLst>
            </p:cNvPr>
            <p:cNvSpPr/>
            <p:nvPr/>
          </p:nvSpPr>
          <p:spPr>
            <a:xfrm>
              <a:off x="7828016" y="4546832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2D9A2D2C-AB6A-463F-7C6C-462C1B716EDF}"/>
                </a:ext>
              </a:extLst>
            </p:cNvPr>
            <p:cNvSpPr/>
            <p:nvPr/>
          </p:nvSpPr>
          <p:spPr>
            <a:xfrm>
              <a:off x="7493671" y="4038274"/>
              <a:ext cx="108000" cy="10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4DD92E3-25DC-E925-64E2-CB7FB57CAF5C}"/>
              </a:ext>
            </a:extLst>
          </p:cNvPr>
          <p:cNvGrpSpPr/>
          <p:nvPr/>
        </p:nvGrpSpPr>
        <p:grpSpPr>
          <a:xfrm>
            <a:off x="6733130" y="4471207"/>
            <a:ext cx="1976284" cy="1976284"/>
            <a:chOff x="6733130" y="4471207"/>
            <a:chExt cx="1976284" cy="1976284"/>
          </a:xfrm>
        </p:grpSpPr>
        <p:sp>
          <p:nvSpPr>
            <p:cNvPr id="175" name="Chord 174">
              <a:extLst>
                <a:ext uri="{FF2B5EF4-FFF2-40B4-BE49-F238E27FC236}">
                  <a16:creationId xmlns:a16="http://schemas.microsoft.com/office/drawing/2014/main" id="{3E6F104D-DAB2-6A33-02D8-C7AE7D4F83DB}"/>
                </a:ext>
              </a:extLst>
            </p:cNvPr>
            <p:cNvSpPr/>
            <p:nvPr/>
          </p:nvSpPr>
          <p:spPr>
            <a:xfrm rot="17569093">
              <a:off x="6733130" y="4471207"/>
              <a:ext cx="1976284" cy="1976284"/>
            </a:xfrm>
            <a:prstGeom prst="chor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0B4603D9-1742-75C2-8CF7-FD4826BC5C42}"/>
                </a:ext>
              </a:extLst>
            </p:cNvPr>
            <p:cNvSpPr txBox="1"/>
            <p:nvPr/>
          </p:nvSpPr>
          <p:spPr>
            <a:xfrm>
              <a:off x="7312343" y="5099414"/>
              <a:ext cx="882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p=1</a:t>
              </a: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025AD036-2517-D3ED-572C-C252740C1E9C}"/>
                </a:ext>
              </a:extLst>
            </p:cNvPr>
            <p:cNvSpPr/>
            <p:nvPr/>
          </p:nvSpPr>
          <p:spPr>
            <a:xfrm>
              <a:off x="7572736" y="611784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CC116862-B66E-456A-9D23-66AA5EC81F26}"/>
                </a:ext>
              </a:extLst>
            </p:cNvPr>
            <p:cNvSpPr/>
            <p:nvPr/>
          </p:nvSpPr>
          <p:spPr>
            <a:xfrm>
              <a:off x="7380325" y="599352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B8D9CE1D-63BD-4648-6217-CFADD00D0EA5}"/>
                </a:ext>
              </a:extLst>
            </p:cNvPr>
            <p:cNvSpPr/>
            <p:nvPr/>
          </p:nvSpPr>
          <p:spPr>
            <a:xfrm>
              <a:off x="7494803" y="588521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E6793E97-E6D7-0FCD-06E9-4D90869CF0FD}"/>
                </a:ext>
              </a:extLst>
            </p:cNvPr>
            <p:cNvSpPr/>
            <p:nvPr/>
          </p:nvSpPr>
          <p:spPr>
            <a:xfrm>
              <a:off x="7609060" y="576087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C0E6417D-1A33-ECEB-AE81-F0E36892D31F}"/>
                </a:ext>
              </a:extLst>
            </p:cNvPr>
            <p:cNvSpPr/>
            <p:nvPr/>
          </p:nvSpPr>
          <p:spPr>
            <a:xfrm rot="2427271">
              <a:off x="8446544" y="561060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EB64AE2A-6B1B-ED7E-9983-946EC4A83964}"/>
                </a:ext>
              </a:extLst>
            </p:cNvPr>
            <p:cNvSpPr/>
            <p:nvPr/>
          </p:nvSpPr>
          <p:spPr>
            <a:xfrm>
              <a:off x="8080148" y="579723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E5E5A98B-078A-08A3-B6BF-8A5B78D98862}"/>
                </a:ext>
              </a:extLst>
            </p:cNvPr>
            <p:cNvSpPr/>
            <p:nvPr/>
          </p:nvSpPr>
          <p:spPr>
            <a:xfrm>
              <a:off x="8066554" y="595533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72B1166E-6444-5758-CCF8-4B37DFBF2A40}"/>
                </a:ext>
              </a:extLst>
            </p:cNvPr>
            <p:cNvSpPr/>
            <p:nvPr/>
          </p:nvSpPr>
          <p:spPr>
            <a:xfrm>
              <a:off x="8219277" y="564248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49CF930A-2080-7DD8-A397-5B758C361190}"/>
                </a:ext>
              </a:extLst>
            </p:cNvPr>
            <p:cNvSpPr/>
            <p:nvPr/>
          </p:nvSpPr>
          <p:spPr>
            <a:xfrm>
              <a:off x="7055333" y="571131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5158F675-C930-6D31-9D6E-98E3842C9B77}"/>
                </a:ext>
              </a:extLst>
            </p:cNvPr>
            <p:cNvSpPr/>
            <p:nvPr/>
          </p:nvSpPr>
          <p:spPr>
            <a:xfrm>
              <a:off x="7214445" y="568779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B1E5FE17-84D5-DDBC-5F36-3F3AAE3CEDD5}"/>
                </a:ext>
              </a:extLst>
            </p:cNvPr>
            <p:cNvSpPr/>
            <p:nvPr/>
          </p:nvSpPr>
          <p:spPr>
            <a:xfrm>
              <a:off x="7725136" y="627024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127101F4-EF5F-699F-B01A-A29C1292CB55}"/>
                </a:ext>
              </a:extLst>
            </p:cNvPr>
            <p:cNvSpPr/>
            <p:nvPr/>
          </p:nvSpPr>
          <p:spPr>
            <a:xfrm>
              <a:off x="7421947" y="618055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6A2ECB30-545F-BCA0-928D-A6BC6161E2F1}"/>
                </a:ext>
              </a:extLst>
            </p:cNvPr>
            <p:cNvSpPr/>
            <p:nvPr/>
          </p:nvSpPr>
          <p:spPr>
            <a:xfrm>
              <a:off x="7209979" y="597445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C00C97F6-9FF5-60E7-F92A-42CE5BE2CE9E}"/>
                </a:ext>
              </a:extLst>
            </p:cNvPr>
            <p:cNvSpPr/>
            <p:nvPr/>
          </p:nvSpPr>
          <p:spPr>
            <a:xfrm>
              <a:off x="7889870" y="560735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FA091E4F-80ED-225C-CBBE-E794225A0D7E}"/>
                </a:ext>
              </a:extLst>
            </p:cNvPr>
            <p:cNvSpPr/>
            <p:nvPr/>
          </p:nvSpPr>
          <p:spPr>
            <a:xfrm rot="2427271">
              <a:off x="8211686" y="605859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17B8CD0B-B951-1EB9-A6DE-D877BC6FEA67}"/>
                </a:ext>
              </a:extLst>
            </p:cNvPr>
            <p:cNvSpPr/>
            <p:nvPr/>
          </p:nvSpPr>
          <p:spPr>
            <a:xfrm>
              <a:off x="8425678" y="578053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62F6E52A-EFCC-1B93-3C05-4319EB76847F}"/>
                </a:ext>
              </a:extLst>
            </p:cNvPr>
            <p:cNvSpPr/>
            <p:nvPr/>
          </p:nvSpPr>
          <p:spPr>
            <a:xfrm>
              <a:off x="8021022" y="5672672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1E97F7C6-5487-2E5E-3D06-6393FC8EAFC7}"/>
                </a:ext>
              </a:extLst>
            </p:cNvPr>
            <p:cNvSpPr/>
            <p:nvPr/>
          </p:nvSpPr>
          <p:spPr>
            <a:xfrm>
              <a:off x="7389997" y="577099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BE0C0E12-7B3D-DA8C-6977-35FB65D90EAE}"/>
                </a:ext>
              </a:extLst>
            </p:cNvPr>
            <p:cNvSpPr/>
            <p:nvPr/>
          </p:nvSpPr>
          <p:spPr>
            <a:xfrm>
              <a:off x="7421947" y="618055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51BFD2EE-AD8F-6CA8-C7A3-F7BE29BDD9CA}"/>
                </a:ext>
              </a:extLst>
            </p:cNvPr>
            <p:cNvSpPr/>
            <p:nvPr/>
          </p:nvSpPr>
          <p:spPr>
            <a:xfrm>
              <a:off x="7918768" y="6255449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89BFFF13-F303-DE03-A569-3CCC9B18FB00}"/>
                </a:ext>
              </a:extLst>
            </p:cNvPr>
            <p:cNvSpPr/>
            <p:nvPr/>
          </p:nvSpPr>
          <p:spPr>
            <a:xfrm>
              <a:off x="6914967" y="583598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653A81AB-F199-7AAD-E69F-A5E270488F35}"/>
                </a:ext>
              </a:extLst>
            </p:cNvPr>
            <p:cNvSpPr/>
            <p:nvPr/>
          </p:nvSpPr>
          <p:spPr>
            <a:xfrm>
              <a:off x="7389997" y="577099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B0B5BE43-8CCE-47FC-604C-957EDAED1754}"/>
                </a:ext>
              </a:extLst>
            </p:cNvPr>
            <p:cNvSpPr/>
            <p:nvPr/>
          </p:nvSpPr>
          <p:spPr>
            <a:xfrm>
              <a:off x="7269547" y="583475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1B80A7B1-B3DD-00DE-1EE1-41A70FB25767}"/>
                </a:ext>
              </a:extLst>
            </p:cNvPr>
            <p:cNvSpPr/>
            <p:nvPr/>
          </p:nvSpPr>
          <p:spPr>
            <a:xfrm>
              <a:off x="7074249" y="586648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F92EA8E3-D9C4-EFBC-F77F-103027F19931}"/>
                </a:ext>
              </a:extLst>
            </p:cNvPr>
            <p:cNvSpPr/>
            <p:nvPr/>
          </p:nvSpPr>
          <p:spPr>
            <a:xfrm rot="2427271">
              <a:off x="7921422" y="6049049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ECB58163-7A8F-8288-D593-1D6063DC841C}"/>
                </a:ext>
              </a:extLst>
            </p:cNvPr>
            <p:cNvSpPr/>
            <p:nvPr/>
          </p:nvSpPr>
          <p:spPr>
            <a:xfrm>
              <a:off x="8243608" y="5793897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821174B5-3E10-253E-6FE1-DD3B03B26E57}"/>
                </a:ext>
              </a:extLst>
            </p:cNvPr>
            <p:cNvSpPr/>
            <p:nvPr/>
          </p:nvSpPr>
          <p:spPr>
            <a:xfrm>
              <a:off x="7730758" y="566312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717CEF4E-ABF9-A037-70EE-193B8F684C13}"/>
                </a:ext>
              </a:extLst>
            </p:cNvPr>
            <p:cNvSpPr/>
            <p:nvPr/>
          </p:nvSpPr>
          <p:spPr>
            <a:xfrm>
              <a:off x="7553504" y="626398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7ECCE19F-0E95-BBDC-6F10-5E958A7A6981}"/>
                </a:ext>
              </a:extLst>
            </p:cNvPr>
            <p:cNvSpPr/>
            <p:nvPr/>
          </p:nvSpPr>
          <p:spPr>
            <a:xfrm rot="2427271">
              <a:off x="8073822" y="6201449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1AD418F-A1A3-64D6-BABC-12D70B7F5F9E}"/>
                </a:ext>
              </a:extLst>
            </p:cNvPr>
            <p:cNvSpPr/>
            <p:nvPr/>
          </p:nvSpPr>
          <p:spPr>
            <a:xfrm>
              <a:off x="8287814" y="592339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F27DBD93-A769-EE42-82AE-1F82D544EA08}"/>
                </a:ext>
              </a:extLst>
            </p:cNvPr>
            <p:cNvSpPr/>
            <p:nvPr/>
          </p:nvSpPr>
          <p:spPr>
            <a:xfrm>
              <a:off x="7883158" y="581552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9E116361-B14E-7470-8716-AAE070184EFB}"/>
                </a:ext>
              </a:extLst>
            </p:cNvPr>
            <p:cNvSpPr/>
            <p:nvPr/>
          </p:nvSpPr>
          <p:spPr>
            <a:xfrm rot="2427271">
              <a:off x="7096308" y="606166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91353714-7327-AF90-92B7-F0B149206693}"/>
                </a:ext>
              </a:extLst>
            </p:cNvPr>
            <p:cNvSpPr/>
            <p:nvPr/>
          </p:nvSpPr>
          <p:spPr>
            <a:xfrm>
              <a:off x="7767231" y="592861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6BB9D087-ADA5-6328-1C15-492A35FCA292}"/>
                </a:ext>
              </a:extLst>
            </p:cNvPr>
            <p:cNvSpPr/>
            <p:nvPr/>
          </p:nvSpPr>
          <p:spPr>
            <a:xfrm>
              <a:off x="7634980" y="598278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BF4CDBE5-D591-AE4E-0033-55E90F884B1A}"/>
                </a:ext>
              </a:extLst>
            </p:cNvPr>
            <p:cNvSpPr/>
            <p:nvPr/>
          </p:nvSpPr>
          <p:spPr>
            <a:xfrm>
              <a:off x="6859865" y="5694217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E0628B65-7B0B-A7B7-74D0-29E2A8C0AF13}"/>
                </a:ext>
              </a:extLst>
            </p:cNvPr>
            <p:cNvSpPr/>
            <p:nvPr/>
          </p:nvSpPr>
          <p:spPr>
            <a:xfrm rot="2427271">
              <a:off x="7252623" y="618392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63E6647D-78CE-442E-1DDC-6AF48300949D}"/>
                </a:ext>
              </a:extLst>
            </p:cNvPr>
            <p:cNvSpPr/>
            <p:nvPr/>
          </p:nvSpPr>
          <p:spPr>
            <a:xfrm>
              <a:off x="7812215" y="614681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1ED8DC24-FFC8-E797-EE86-99E9355D81CF}"/>
                </a:ext>
              </a:extLst>
            </p:cNvPr>
            <p:cNvSpPr/>
            <p:nvPr/>
          </p:nvSpPr>
          <p:spPr>
            <a:xfrm>
              <a:off x="7477870" y="563825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010D374A-8A4C-AB01-C466-83614EB38B35}"/>
              </a:ext>
            </a:extLst>
          </p:cNvPr>
          <p:cNvGrpSpPr/>
          <p:nvPr/>
        </p:nvGrpSpPr>
        <p:grpSpPr>
          <a:xfrm>
            <a:off x="6766570" y="1279611"/>
            <a:ext cx="1976284" cy="1976284"/>
            <a:chOff x="6766570" y="1279611"/>
            <a:chExt cx="1976284" cy="1976284"/>
          </a:xfrm>
        </p:grpSpPr>
        <p:sp>
          <p:nvSpPr>
            <p:cNvPr id="216" name="Chord 215">
              <a:extLst>
                <a:ext uri="{FF2B5EF4-FFF2-40B4-BE49-F238E27FC236}">
                  <a16:creationId xmlns:a16="http://schemas.microsoft.com/office/drawing/2014/main" id="{2CB2BB3F-CB10-BF28-B836-A216D65AB2C6}"/>
                </a:ext>
              </a:extLst>
            </p:cNvPr>
            <p:cNvSpPr/>
            <p:nvPr/>
          </p:nvSpPr>
          <p:spPr>
            <a:xfrm rot="17569093">
              <a:off x="6766570" y="1279611"/>
              <a:ext cx="1976284" cy="1976284"/>
            </a:xfrm>
            <a:prstGeom prst="chor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AC4A2432-7BEF-67CA-7757-5C02404B5E3E}"/>
                </a:ext>
              </a:extLst>
            </p:cNvPr>
            <p:cNvSpPr txBox="1"/>
            <p:nvPr/>
          </p:nvSpPr>
          <p:spPr>
            <a:xfrm>
              <a:off x="7367219" y="1915983"/>
              <a:ext cx="768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p=0</a:t>
              </a: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A9C5EAEA-53F7-1E12-3005-145D7F68D535}"/>
                </a:ext>
              </a:extLst>
            </p:cNvPr>
            <p:cNvSpPr/>
            <p:nvPr/>
          </p:nvSpPr>
          <p:spPr>
            <a:xfrm>
              <a:off x="7621976" y="293117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6668D6E0-E611-D0D8-5475-E6EBB1A9E7C6}"/>
                </a:ext>
              </a:extLst>
            </p:cNvPr>
            <p:cNvSpPr/>
            <p:nvPr/>
          </p:nvSpPr>
          <p:spPr>
            <a:xfrm>
              <a:off x="7429565" y="2806856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C3B29C73-907C-CFC6-9574-A94BB3CAC652}"/>
                </a:ext>
              </a:extLst>
            </p:cNvPr>
            <p:cNvSpPr/>
            <p:nvPr/>
          </p:nvSpPr>
          <p:spPr>
            <a:xfrm>
              <a:off x="7544043" y="269855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4D8FC2D2-E22D-0952-F72D-03F28B45DDC2}"/>
                </a:ext>
              </a:extLst>
            </p:cNvPr>
            <p:cNvSpPr/>
            <p:nvPr/>
          </p:nvSpPr>
          <p:spPr>
            <a:xfrm>
              <a:off x="7658300" y="257420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00D9B8C6-5B50-B367-9D8F-63F688ACF093}"/>
                </a:ext>
              </a:extLst>
            </p:cNvPr>
            <p:cNvSpPr/>
            <p:nvPr/>
          </p:nvSpPr>
          <p:spPr>
            <a:xfrm rot="2427271">
              <a:off x="8495784" y="242393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CC3E3508-828E-79AE-3B75-C8B0869617E5}"/>
                </a:ext>
              </a:extLst>
            </p:cNvPr>
            <p:cNvSpPr/>
            <p:nvPr/>
          </p:nvSpPr>
          <p:spPr>
            <a:xfrm>
              <a:off x="8129388" y="2610564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DC723A6-8BEF-2E30-5C5C-AF25DF3B6B7D}"/>
                </a:ext>
              </a:extLst>
            </p:cNvPr>
            <p:cNvSpPr/>
            <p:nvPr/>
          </p:nvSpPr>
          <p:spPr>
            <a:xfrm>
              <a:off x="8115794" y="2768669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2254A9B3-3715-C7B2-BA31-5B0000866B16}"/>
                </a:ext>
              </a:extLst>
            </p:cNvPr>
            <p:cNvSpPr/>
            <p:nvPr/>
          </p:nvSpPr>
          <p:spPr>
            <a:xfrm>
              <a:off x="8268517" y="245582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A2C45E3D-4A65-941B-97A3-CB03A508930C}"/>
                </a:ext>
              </a:extLst>
            </p:cNvPr>
            <p:cNvSpPr/>
            <p:nvPr/>
          </p:nvSpPr>
          <p:spPr>
            <a:xfrm>
              <a:off x="7104573" y="2524646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6D717961-C5E2-C405-0FAF-173D59DF4015}"/>
                </a:ext>
              </a:extLst>
            </p:cNvPr>
            <p:cNvSpPr/>
            <p:nvPr/>
          </p:nvSpPr>
          <p:spPr>
            <a:xfrm>
              <a:off x="7263685" y="2501129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6E09AF4C-C09F-4337-04E1-E733C9E9EBEE}"/>
                </a:ext>
              </a:extLst>
            </p:cNvPr>
            <p:cNvSpPr/>
            <p:nvPr/>
          </p:nvSpPr>
          <p:spPr>
            <a:xfrm>
              <a:off x="7774376" y="308357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AA8E7743-92F3-1307-6F08-A736AD8A5D05}"/>
                </a:ext>
              </a:extLst>
            </p:cNvPr>
            <p:cNvSpPr/>
            <p:nvPr/>
          </p:nvSpPr>
          <p:spPr>
            <a:xfrm>
              <a:off x="7471187" y="2993883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FE66EAF5-DDEC-B963-80BD-B9BA297432A1}"/>
                </a:ext>
              </a:extLst>
            </p:cNvPr>
            <p:cNvSpPr/>
            <p:nvPr/>
          </p:nvSpPr>
          <p:spPr>
            <a:xfrm>
              <a:off x="7259219" y="2787784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B188E2E0-A505-8079-86C5-8077456271DC}"/>
                </a:ext>
              </a:extLst>
            </p:cNvPr>
            <p:cNvSpPr/>
            <p:nvPr/>
          </p:nvSpPr>
          <p:spPr>
            <a:xfrm>
              <a:off x="7939110" y="242068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0F54B76E-4C5F-8E54-AB17-452BAD36F91E}"/>
                </a:ext>
              </a:extLst>
            </p:cNvPr>
            <p:cNvSpPr/>
            <p:nvPr/>
          </p:nvSpPr>
          <p:spPr>
            <a:xfrm rot="2427271">
              <a:off x="8260926" y="2871926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8986C7A1-0BF0-1707-C82A-16C674590DB9}"/>
                </a:ext>
              </a:extLst>
            </p:cNvPr>
            <p:cNvSpPr/>
            <p:nvPr/>
          </p:nvSpPr>
          <p:spPr>
            <a:xfrm>
              <a:off x="8474918" y="259387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5C20278F-C2F5-B980-2E89-56FB6ED5C236}"/>
                </a:ext>
              </a:extLst>
            </p:cNvPr>
            <p:cNvSpPr/>
            <p:nvPr/>
          </p:nvSpPr>
          <p:spPr>
            <a:xfrm>
              <a:off x="8070262" y="2486005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7BC5D641-209C-8525-B757-D429B09A99A6}"/>
                </a:ext>
              </a:extLst>
            </p:cNvPr>
            <p:cNvSpPr/>
            <p:nvPr/>
          </p:nvSpPr>
          <p:spPr>
            <a:xfrm>
              <a:off x="7439237" y="258432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76BCE4B4-1959-3216-F112-57B8F14A027C}"/>
                </a:ext>
              </a:extLst>
            </p:cNvPr>
            <p:cNvSpPr/>
            <p:nvPr/>
          </p:nvSpPr>
          <p:spPr>
            <a:xfrm>
              <a:off x="7471187" y="2993883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76DA0BDD-148D-6169-ECC4-2F6AC0CED18C}"/>
                </a:ext>
              </a:extLst>
            </p:cNvPr>
            <p:cNvSpPr/>
            <p:nvPr/>
          </p:nvSpPr>
          <p:spPr>
            <a:xfrm>
              <a:off x="7968008" y="3068782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F87485CA-FB97-1F98-8E07-807D315FD296}"/>
                </a:ext>
              </a:extLst>
            </p:cNvPr>
            <p:cNvSpPr/>
            <p:nvPr/>
          </p:nvSpPr>
          <p:spPr>
            <a:xfrm>
              <a:off x="6964207" y="2649313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4058A4C3-78B5-DFC2-BFBC-6BA8A7A90846}"/>
                </a:ext>
              </a:extLst>
            </p:cNvPr>
            <p:cNvSpPr/>
            <p:nvPr/>
          </p:nvSpPr>
          <p:spPr>
            <a:xfrm>
              <a:off x="7439237" y="258432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93833C6E-035A-BE3E-F768-ABD8C74D263D}"/>
                </a:ext>
              </a:extLst>
            </p:cNvPr>
            <p:cNvSpPr/>
            <p:nvPr/>
          </p:nvSpPr>
          <p:spPr>
            <a:xfrm>
              <a:off x="7318787" y="2648084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856E6F7D-30FA-D2E5-8B68-1B34331A1F2B}"/>
                </a:ext>
              </a:extLst>
            </p:cNvPr>
            <p:cNvSpPr/>
            <p:nvPr/>
          </p:nvSpPr>
          <p:spPr>
            <a:xfrm>
              <a:off x="7123489" y="267982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BF72A46E-1CF9-1B38-4577-BF42A938FF55}"/>
                </a:ext>
              </a:extLst>
            </p:cNvPr>
            <p:cNvSpPr/>
            <p:nvPr/>
          </p:nvSpPr>
          <p:spPr>
            <a:xfrm rot="2427271">
              <a:off x="7970662" y="2862382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F869E005-AC1C-45E5-3345-96CCAEEE9281}"/>
                </a:ext>
              </a:extLst>
            </p:cNvPr>
            <p:cNvSpPr/>
            <p:nvPr/>
          </p:nvSpPr>
          <p:spPr>
            <a:xfrm>
              <a:off x="8292848" y="2607230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2DFDC190-6C18-A94B-720A-FC2C2F303C2B}"/>
                </a:ext>
              </a:extLst>
            </p:cNvPr>
            <p:cNvSpPr/>
            <p:nvPr/>
          </p:nvSpPr>
          <p:spPr>
            <a:xfrm>
              <a:off x="7779998" y="247646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63886EBF-43CE-DAB0-8E52-7C1267F30E7A}"/>
                </a:ext>
              </a:extLst>
            </p:cNvPr>
            <p:cNvSpPr/>
            <p:nvPr/>
          </p:nvSpPr>
          <p:spPr>
            <a:xfrm>
              <a:off x="7602744" y="307732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CA9CC2EA-BDDD-9EC7-AD3F-40D42DBF5CE2}"/>
                </a:ext>
              </a:extLst>
            </p:cNvPr>
            <p:cNvSpPr/>
            <p:nvPr/>
          </p:nvSpPr>
          <p:spPr>
            <a:xfrm rot="2427271">
              <a:off x="8123062" y="3014782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3037DC0B-9D63-A468-377B-1DAFE8A519A5}"/>
                </a:ext>
              </a:extLst>
            </p:cNvPr>
            <p:cNvSpPr/>
            <p:nvPr/>
          </p:nvSpPr>
          <p:spPr>
            <a:xfrm>
              <a:off x="8337054" y="273672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DEAD09DF-F761-8FBA-518F-E957B8E599B4}"/>
                </a:ext>
              </a:extLst>
            </p:cNvPr>
            <p:cNvSpPr/>
            <p:nvPr/>
          </p:nvSpPr>
          <p:spPr>
            <a:xfrm>
              <a:off x="7932398" y="262886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FC095D78-E9E8-93CE-0A1E-DF4C8CBE3933}"/>
                </a:ext>
              </a:extLst>
            </p:cNvPr>
            <p:cNvSpPr/>
            <p:nvPr/>
          </p:nvSpPr>
          <p:spPr>
            <a:xfrm rot="2427271">
              <a:off x="7145548" y="2874997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D82C524F-05F2-E06E-7DB9-16962FBF8813}"/>
                </a:ext>
              </a:extLst>
            </p:cNvPr>
            <p:cNvSpPr/>
            <p:nvPr/>
          </p:nvSpPr>
          <p:spPr>
            <a:xfrm>
              <a:off x="7816471" y="2741944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56EB6DC9-3DFA-FCAF-1CE1-E8F0982B5EAC}"/>
                </a:ext>
              </a:extLst>
            </p:cNvPr>
            <p:cNvSpPr/>
            <p:nvPr/>
          </p:nvSpPr>
          <p:spPr>
            <a:xfrm>
              <a:off x="7684220" y="2796114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1D2501A6-D987-F34F-DC96-AB1EA45AF308}"/>
                </a:ext>
              </a:extLst>
            </p:cNvPr>
            <p:cNvSpPr/>
            <p:nvPr/>
          </p:nvSpPr>
          <p:spPr>
            <a:xfrm>
              <a:off x="6909105" y="2507550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74B5A2F2-CCAA-A1C5-E332-948DC53ECB55}"/>
                </a:ext>
              </a:extLst>
            </p:cNvPr>
            <p:cNvSpPr/>
            <p:nvPr/>
          </p:nvSpPr>
          <p:spPr>
            <a:xfrm rot="2427271">
              <a:off x="7301863" y="2997259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6E35707A-04CB-A0A6-16C8-A323363AD020}"/>
                </a:ext>
              </a:extLst>
            </p:cNvPr>
            <p:cNvSpPr/>
            <p:nvPr/>
          </p:nvSpPr>
          <p:spPr>
            <a:xfrm>
              <a:off x="7861455" y="2960149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2069DF90-04EB-6989-EC75-E7DD5BABBC26}"/>
                </a:ext>
              </a:extLst>
            </p:cNvPr>
            <p:cNvSpPr/>
            <p:nvPr/>
          </p:nvSpPr>
          <p:spPr>
            <a:xfrm>
              <a:off x="7527110" y="2451591"/>
              <a:ext cx="108000" cy="108000"/>
            </a:xfrm>
            <a:prstGeom prst="ellipse">
              <a:avLst/>
            </a:prstGeom>
            <a:solidFill>
              <a:srgbClr val="54823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1524230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898EC-7B70-B64F-8625-D88CEE2E5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Base quality and error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19DB49-F698-C242-97D5-9B5F5DA1AB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6549" y="2765794"/>
            <a:ext cx="4092206" cy="409220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FC3B0-0D8E-9041-B236-E6B4419E4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Base quality: 20 = error probability 0.01</a:t>
            </a:r>
          </a:p>
          <a:p>
            <a:r>
              <a:rPr lang="en-CH" dirty="0"/>
              <a:t>100 samples with 40x coverage </a:t>
            </a:r>
          </a:p>
          <a:p>
            <a:r>
              <a:rPr lang="en-CH" dirty="0"/>
              <a:t>In total 40 errors expected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12283-5662-5F43-A14B-73BDF3940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23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E5AAD-F63B-1245-B5DD-3204B370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Estimating the genotype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CD0736-95A3-4943-A503-D76C1EE71E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6471" y="2439086"/>
            <a:ext cx="6631057" cy="100657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D982C-D22E-5142-939A-4E136DF4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52709-4D4B-F647-94DB-9F909A0499FB}"/>
              </a:ext>
            </a:extLst>
          </p:cNvPr>
          <p:cNvSpPr txBox="1"/>
          <p:nvPr/>
        </p:nvSpPr>
        <p:spPr>
          <a:xfrm>
            <a:off x="1256471" y="1690689"/>
            <a:ext cx="5330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/>
              <a:t>Genotype likelihood (simplified):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4F859-61F8-1D4E-9F33-04476A138BA3}"/>
              </a:ext>
            </a:extLst>
          </p:cNvPr>
          <p:cNvSpPr txBox="1"/>
          <p:nvPr/>
        </p:nvSpPr>
        <p:spPr>
          <a:xfrm>
            <a:off x="1965236" y="4194061"/>
            <a:ext cx="52135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g: genotype (i.e. 0, 1 or 2)</a:t>
            </a:r>
          </a:p>
          <a:p>
            <a:r>
              <a:rPr lang="en-CH" dirty="0"/>
              <a:t>m: ploidy (2 for human)</a:t>
            </a:r>
          </a:p>
          <a:p>
            <a:r>
              <a:rPr lang="en-CH" dirty="0"/>
              <a:t>∈: base error</a:t>
            </a:r>
          </a:p>
          <a:p>
            <a:r>
              <a:rPr lang="en-CH" dirty="0"/>
              <a:t>k: number of bases at the site</a:t>
            </a:r>
          </a:p>
          <a:p>
            <a:r>
              <a:rPr lang="en-CH" dirty="0"/>
              <a:t>l: number of bases that equal reference</a:t>
            </a:r>
          </a:p>
          <a:p>
            <a:endParaRPr lang="en-CH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E802BB-5374-F24C-8B30-44F754914638}"/>
              </a:ext>
            </a:extLst>
          </p:cNvPr>
          <p:cNvSpPr/>
          <p:nvPr/>
        </p:nvSpPr>
        <p:spPr>
          <a:xfrm>
            <a:off x="71438" y="6356351"/>
            <a:ext cx="90725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Li H. Bioinformatics. 2011;27:2987–93. 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02E9B4-1E96-9F41-B0B8-7C0D8975F283}"/>
                  </a:ext>
                </a:extLst>
              </p:cNvPr>
              <p:cNvSpPr txBox="1"/>
              <p:nvPr/>
            </p:nvSpPr>
            <p:spPr>
              <a:xfrm>
                <a:off x="5610354" y="5948387"/>
                <a:ext cx="2565314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H" dirty="0"/>
                  <a:t>In GATK:</a:t>
                </a:r>
              </a:p>
              <a:p>
                <a:pPr algn="ctr"/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PL = -10*log10(</a:t>
                </a: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(g))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02E9B4-1E96-9F41-B0B8-7C0D8975F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354" y="5948387"/>
                <a:ext cx="2565314" cy="646331"/>
              </a:xfrm>
              <a:prstGeom prst="rect">
                <a:avLst/>
              </a:prstGeom>
              <a:blipFill>
                <a:blip r:embed="rId3"/>
                <a:stretch>
                  <a:fillRect t="-3846" b="-13462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237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F23D-C012-2C42-B81C-BECF33A6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PL and GQ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84AE6-FDB0-D442-8C06-D92625C80D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8037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CH" dirty="0">
                    <a:ea typeface="Cambria Math" panose="02040503050406030204" pitchFamily="18" charset="0"/>
                  </a:rPr>
                  <a:t>Our example: </a:t>
                </a:r>
                <a:r>
                  <a:rPr lang="en-CH" dirty="0"/>
                  <a:t>8 </a:t>
                </a:r>
                <a:r>
                  <a:rPr lang="en-CH" dirty="0">
                    <a:solidFill>
                      <a:schemeClr val="accent6">
                        <a:lumMod val="75000"/>
                      </a:schemeClr>
                    </a:solidFill>
                  </a:rPr>
                  <a:t>REF</a:t>
                </a:r>
                <a:r>
                  <a:rPr lang="en-CH" dirty="0"/>
                  <a:t> and 1 </a:t>
                </a:r>
                <a:r>
                  <a:rPr lang="en-CH" dirty="0">
                    <a:solidFill>
                      <a:srgbClr val="FF0000"/>
                    </a:solidFill>
                  </a:rPr>
                  <a:t>ALT</a:t>
                </a:r>
              </a:p>
              <a:p>
                <a:pPr marL="0" indent="0">
                  <a:buNone/>
                </a:pPr>
                <a:r>
                  <a:rPr lang="en-CH" dirty="0">
                    <a:ea typeface="Cambria Math" panose="02040503050406030204" pitchFamily="18" charset="0"/>
                  </a:rPr>
                  <a:t>Assuming base error probability </a:t>
                </a:r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 = 0.01</a:t>
                </a:r>
              </a:p>
              <a:p>
                <a:pPr marL="0" indent="0">
                  <a:buNone/>
                </a:pPr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PL = -10*log10(</a:t>
                </a: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(g)) </a:t>
                </a:r>
              </a:p>
              <a:p>
                <a:endParaRPr lang="en-CH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CH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CH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CH" dirty="0">
                    <a:ea typeface="Cambria Math" panose="02040503050406030204" pitchFamily="18" charset="0"/>
                  </a:rPr>
                  <a:t>Lowest PL = most likely genotype</a:t>
                </a:r>
              </a:p>
              <a:p>
                <a:pPr marL="0" indent="0">
                  <a:buNone/>
                </a:pPr>
                <a:r>
                  <a:rPr lang="en-C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GQ =  Second lowest PL – Lowest PL = 27 -20 = 7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H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𝑔𝑒𝑛𝑜𝑡𝑦𝑝𝑒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𝑒𝑟𝑟𝑜𝑟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)=10</m:t>
                          </m:r>
                        </m:e>
                        <m:sup>
                          <m:f>
                            <m:fPr>
                              <m:ctrlPr>
                                <a:rPr lang="en-CH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−7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sup>
                      </m:sSup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CH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84AE6-FDB0-D442-8C06-D92625C80D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803775"/>
              </a:xfrm>
              <a:blipFill>
                <a:blip r:embed="rId2"/>
                <a:stretch>
                  <a:fillRect l="-1608" t="-237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2FABD-C1E5-BC40-BD0F-8033C694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5E3FA4F-2AF8-7E4C-A97B-DB58C49399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1920645"/>
                  </p:ext>
                </p:extLst>
              </p:nvPr>
            </p:nvGraphicFramePr>
            <p:xfrm>
              <a:off x="628650" y="3409784"/>
              <a:ext cx="7083288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38130">
                      <a:extLst>
                        <a:ext uri="{9D8B030D-6E8A-4147-A177-3AD203B41FA5}">
                          <a16:colId xmlns:a16="http://schemas.microsoft.com/office/drawing/2014/main" val="1126396751"/>
                        </a:ext>
                      </a:extLst>
                    </a:gridCol>
                    <a:gridCol w="1603514">
                      <a:extLst>
                        <a:ext uri="{9D8B030D-6E8A-4147-A177-3AD203B41FA5}">
                          <a16:colId xmlns:a16="http://schemas.microsoft.com/office/drawing/2014/main" val="3398161396"/>
                        </a:ext>
                      </a:extLst>
                    </a:gridCol>
                    <a:gridCol w="1770822">
                      <a:extLst>
                        <a:ext uri="{9D8B030D-6E8A-4147-A177-3AD203B41FA5}">
                          <a16:colId xmlns:a16="http://schemas.microsoft.com/office/drawing/2014/main" val="1421972591"/>
                        </a:ext>
                      </a:extLst>
                    </a:gridCol>
                    <a:gridCol w="1770822">
                      <a:extLst>
                        <a:ext uri="{9D8B030D-6E8A-4147-A177-3AD203B41FA5}">
                          <a16:colId xmlns:a16="http://schemas.microsoft.com/office/drawing/2014/main" val="37892680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Genotype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HomRef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Heterozygous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HomAlt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52372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CH" smtClean="0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oMath>
                          </a14:m>
                          <a:r>
                            <a:rPr lang="en-CH" dirty="0"/>
                            <a:t>(g)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0.0092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0.0020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9.9E-17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14746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160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03238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5E3FA4F-2AF8-7E4C-A97B-DB58C49399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1920645"/>
                  </p:ext>
                </p:extLst>
              </p:nvPr>
            </p:nvGraphicFramePr>
            <p:xfrm>
              <a:off x="628650" y="3409784"/>
              <a:ext cx="7083288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38130">
                      <a:extLst>
                        <a:ext uri="{9D8B030D-6E8A-4147-A177-3AD203B41FA5}">
                          <a16:colId xmlns:a16="http://schemas.microsoft.com/office/drawing/2014/main" val="1126396751"/>
                        </a:ext>
                      </a:extLst>
                    </a:gridCol>
                    <a:gridCol w="1603514">
                      <a:extLst>
                        <a:ext uri="{9D8B030D-6E8A-4147-A177-3AD203B41FA5}">
                          <a16:colId xmlns:a16="http://schemas.microsoft.com/office/drawing/2014/main" val="3398161396"/>
                        </a:ext>
                      </a:extLst>
                    </a:gridCol>
                    <a:gridCol w="1770822">
                      <a:extLst>
                        <a:ext uri="{9D8B030D-6E8A-4147-A177-3AD203B41FA5}">
                          <a16:colId xmlns:a16="http://schemas.microsoft.com/office/drawing/2014/main" val="1421972591"/>
                        </a:ext>
                      </a:extLst>
                    </a:gridCol>
                    <a:gridCol w="1770822">
                      <a:extLst>
                        <a:ext uri="{9D8B030D-6E8A-4147-A177-3AD203B41FA5}">
                          <a16:colId xmlns:a16="http://schemas.microsoft.com/office/drawing/2014/main" val="37892680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Genotype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HomRef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Heterozygous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HomAlt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52372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blipFill>
                          <a:blip r:embed="rId3"/>
                          <a:stretch>
                            <a:fillRect l="-654" t="-110345" r="-266013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0.0092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0.0020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9.9E-17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14746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PL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H" dirty="0"/>
                            <a:t>160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03238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DC74F5BA-CDA5-A54E-A2AE-2218FA3C3E15}"/>
              </a:ext>
            </a:extLst>
          </p:cNvPr>
          <p:cNvSpPr/>
          <p:nvPr/>
        </p:nvSpPr>
        <p:spPr>
          <a:xfrm>
            <a:off x="2435087" y="4161402"/>
            <a:ext cx="755374" cy="36090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3811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CE51-FA3C-63C1-4D32-69FF4A35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Question 11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6C87E-F3A6-F27C-D6D4-3C1DE0D85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799B2-D749-40A3-E294-21421DEE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41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39DEEE9-9A32-B249-940D-8C3907942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65632" y="1150408"/>
            <a:ext cx="5571067" cy="5571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1BB61-09C7-F340-871B-D2B19117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981FFD7-BD89-4AAB-A8FF-0A6846053A87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296B773-7ACC-D54D-BF28-7064DD89E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CH" dirty="0"/>
              <a:t>Estimating the genotype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00BE95-D061-EE46-BD06-E9348274A567}"/>
              </a:ext>
            </a:extLst>
          </p:cNvPr>
          <p:cNvSpPr txBox="1"/>
          <p:nvPr/>
        </p:nvSpPr>
        <p:spPr>
          <a:xfrm>
            <a:off x="6120796" y="1496256"/>
            <a:ext cx="265757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H" dirty="0">
                <a:latin typeface="+mj-lt"/>
              </a:rPr>
              <a:t>g = 0,1 or 2</a:t>
            </a:r>
          </a:p>
          <a:p>
            <a:r>
              <a:rPr lang="en-CH" dirty="0">
                <a:latin typeface="+mj-lt"/>
              </a:rPr>
              <a:t>m = 2</a:t>
            </a:r>
          </a:p>
          <a:p>
            <a:r>
              <a:rPr lang="en-CH" dirty="0">
                <a:latin typeface="+mj-lt"/>
              </a:rPr>
              <a:t>∈ = 0.01 (BQ=20)</a:t>
            </a:r>
          </a:p>
          <a:p>
            <a:r>
              <a:rPr lang="en-CH" dirty="0">
                <a:latin typeface="+mj-lt"/>
              </a:rPr>
              <a:t>k = 9</a:t>
            </a:r>
          </a:p>
        </p:txBody>
      </p:sp>
    </p:spTree>
    <p:extLst>
      <p:ext uri="{BB962C8B-B14F-4D97-AF65-F5344CB8AC3E}">
        <p14:creationId xmlns:p14="http://schemas.microsoft.com/office/powerpoint/2010/main" val="453780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F7F18-6E1F-FE44-A5E3-5FB36A984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Base quality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2ED85-34E4-7C42-B386-62776B4B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Essential for estimating genotype likelihood</a:t>
            </a:r>
          </a:p>
          <a:p>
            <a:r>
              <a:rPr lang="en-CH" dirty="0"/>
              <a:t>Context can affect base quality, e.g.:</a:t>
            </a:r>
          </a:p>
          <a:p>
            <a:pPr lvl="1"/>
            <a:r>
              <a:rPr lang="en-CH" dirty="0"/>
              <a:t>homopolymers</a:t>
            </a:r>
          </a:p>
          <a:p>
            <a:pPr lvl="1"/>
            <a:r>
              <a:rPr lang="en-CH" dirty="0"/>
              <a:t>cycle</a:t>
            </a:r>
          </a:p>
          <a:p>
            <a:r>
              <a:rPr lang="en-CH" dirty="0"/>
              <a:t>estimated error rate ≠ ‘real’ error rate</a:t>
            </a:r>
          </a:p>
          <a:p>
            <a:r>
              <a:rPr lang="en-CH" dirty="0"/>
              <a:t>Base quality score recalibration (BQSR) takes this context into account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476D6-9FE7-9041-AF34-068146DBD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276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97451-2E80-A448-9D10-C3F3E4EE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20</a:t>
            </a:fld>
            <a:endParaRPr lang="en-GB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004A0E1D-A906-C742-A3BD-6D928857BD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7" t="22016" r="7224" b="19379"/>
          <a:stretch/>
        </p:blipFill>
        <p:spPr bwMode="auto">
          <a:xfrm>
            <a:off x="126438" y="1127051"/>
            <a:ext cx="8891123" cy="460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3C7CAE5-0E17-9C4F-9D69-8D4951E5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CH" dirty="0"/>
              <a:t>BQSR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E5C9F-CE15-9F4E-95FA-052E15C8BE5B}"/>
              </a:ext>
            </a:extLst>
          </p:cNvPr>
          <p:cNvSpPr txBox="1"/>
          <p:nvPr/>
        </p:nvSpPr>
        <p:spPr>
          <a:xfrm>
            <a:off x="1113413" y="5898007"/>
            <a:ext cx="2966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Before BQSR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A55203-6CE9-C444-9930-E3C9866967AB}"/>
              </a:ext>
            </a:extLst>
          </p:cNvPr>
          <p:cNvSpPr txBox="1"/>
          <p:nvPr/>
        </p:nvSpPr>
        <p:spPr>
          <a:xfrm>
            <a:off x="5281221" y="5898007"/>
            <a:ext cx="2966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After BQSR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6DF0AD-8622-FD4B-BEEB-F5C745F2DCFD}"/>
              </a:ext>
            </a:extLst>
          </p:cNvPr>
          <p:cNvSpPr txBox="1"/>
          <p:nvPr/>
        </p:nvSpPr>
        <p:spPr>
          <a:xfrm>
            <a:off x="126438" y="6492874"/>
            <a:ext cx="79296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gatk.broadinstitute.org</a:t>
            </a:r>
            <a:r>
              <a:rPr lang="en-US" sz="1100" dirty="0"/>
              <a:t>/</a:t>
            </a:r>
            <a:r>
              <a:rPr lang="en-US" sz="1100" dirty="0" err="1"/>
              <a:t>hc</a:t>
            </a:r>
            <a:r>
              <a:rPr lang="en-US" sz="1100" dirty="0"/>
              <a:t>/</a:t>
            </a:r>
            <a:r>
              <a:rPr lang="en-US" sz="1100" dirty="0" err="1"/>
              <a:t>en</a:t>
            </a:r>
            <a:r>
              <a:rPr lang="en-US" sz="1100" dirty="0"/>
              <a:t>-us/articles/360035890531-Base-Quality-Score-Recalibration-BQSR-</a:t>
            </a:r>
            <a:endParaRPr lang="en-CH" sz="1100" dirty="0"/>
          </a:p>
        </p:txBody>
      </p:sp>
    </p:spTree>
    <p:extLst>
      <p:ext uri="{BB962C8B-B14F-4D97-AF65-F5344CB8AC3E}">
        <p14:creationId xmlns:p14="http://schemas.microsoft.com/office/powerpoint/2010/main" val="765827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28B7-2F51-E2C7-666B-E4176EBA5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vcf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63F8F-950F-66A3-1438-46A02D7F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21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9E504-BC88-CB45-1D74-A1EF28B9329C}"/>
              </a:ext>
            </a:extLst>
          </p:cNvPr>
          <p:cNvSpPr txBox="1"/>
          <p:nvPr/>
        </p:nvSpPr>
        <p:spPr>
          <a:xfrm>
            <a:off x="69574" y="1993992"/>
            <a:ext cx="11141765" cy="287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dirty="0">
                <a:latin typeface="+mj-lt"/>
              </a:rPr>
              <a:t>##</a:t>
            </a:r>
            <a:r>
              <a:rPr lang="en-US" sz="950" dirty="0" err="1">
                <a:latin typeface="+mj-lt"/>
              </a:rPr>
              <a:t>fileformat</a:t>
            </a:r>
            <a:r>
              <a:rPr lang="en-US" sz="950" dirty="0">
                <a:latin typeface="+mj-lt"/>
              </a:rPr>
              <a:t>=VCFv4.2</a:t>
            </a:r>
          </a:p>
          <a:p>
            <a:r>
              <a:rPr lang="en-US" sz="950" dirty="0">
                <a:latin typeface="+mj-lt"/>
              </a:rPr>
              <a:t>##FILTER=&lt;ID=</a:t>
            </a:r>
            <a:r>
              <a:rPr lang="en-US" sz="950" dirty="0" err="1">
                <a:latin typeface="+mj-lt"/>
              </a:rPr>
              <a:t>LowQual,Description</a:t>
            </a:r>
            <a:r>
              <a:rPr lang="en-US" sz="950" dirty="0">
                <a:latin typeface="+mj-lt"/>
              </a:rPr>
              <a:t>="Low quality"&gt;</a:t>
            </a:r>
          </a:p>
          <a:p>
            <a:r>
              <a:rPr lang="en-US" sz="950" dirty="0">
                <a:latin typeface="+mj-lt"/>
              </a:rPr>
              <a:t>##FILTER=&lt;ID=</a:t>
            </a:r>
            <a:r>
              <a:rPr lang="en-US" sz="950" dirty="0" err="1">
                <a:latin typeface="+mj-lt"/>
              </a:rPr>
              <a:t>PASS,Description</a:t>
            </a:r>
            <a:r>
              <a:rPr lang="en-US" sz="950" dirty="0">
                <a:latin typeface="+mj-lt"/>
              </a:rPr>
              <a:t>="All filters passed"&gt;</a:t>
            </a:r>
          </a:p>
          <a:p>
            <a:r>
              <a:rPr lang="en-US" sz="950" dirty="0">
                <a:latin typeface="+mj-lt"/>
              </a:rPr>
              <a:t>##FORMAT=&lt;ID=</a:t>
            </a:r>
            <a:r>
              <a:rPr lang="en-US" sz="950" dirty="0" err="1">
                <a:latin typeface="+mj-lt"/>
              </a:rPr>
              <a:t>AD,Number</a:t>
            </a:r>
            <a:r>
              <a:rPr lang="en-US" sz="950" dirty="0">
                <a:latin typeface="+mj-lt"/>
              </a:rPr>
              <a:t>=</a:t>
            </a:r>
            <a:r>
              <a:rPr lang="en-US" sz="950" dirty="0" err="1">
                <a:latin typeface="+mj-lt"/>
              </a:rPr>
              <a:t>R,Type</a:t>
            </a:r>
            <a:r>
              <a:rPr lang="en-US" sz="950" dirty="0">
                <a:latin typeface="+mj-lt"/>
              </a:rPr>
              <a:t>=</a:t>
            </a:r>
            <a:r>
              <a:rPr lang="en-US" sz="950" dirty="0" err="1">
                <a:latin typeface="+mj-lt"/>
              </a:rPr>
              <a:t>Integer,Description</a:t>
            </a:r>
            <a:r>
              <a:rPr lang="en-US" sz="950" dirty="0">
                <a:latin typeface="+mj-lt"/>
              </a:rPr>
              <a:t>="Allelic depths for the ref and alt alleles in the order listed"&gt;</a:t>
            </a:r>
          </a:p>
          <a:p>
            <a:r>
              <a:rPr lang="en-US" sz="950" dirty="0">
                <a:latin typeface="+mj-lt"/>
              </a:rPr>
              <a:t>##FORMAT=&lt;ID=</a:t>
            </a:r>
            <a:r>
              <a:rPr lang="en-US" sz="950" dirty="0" err="1">
                <a:latin typeface="+mj-lt"/>
              </a:rPr>
              <a:t>DP,Number</a:t>
            </a:r>
            <a:r>
              <a:rPr lang="en-US" sz="950" dirty="0">
                <a:latin typeface="+mj-lt"/>
              </a:rPr>
              <a:t>=1,Type=</a:t>
            </a:r>
            <a:r>
              <a:rPr lang="en-US" sz="950" dirty="0" err="1">
                <a:latin typeface="+mj-lt"/>
              </a:rPr>
              <a:t>Integer,Description</a:t>
            </a:r>
            <a:r>
              <a:rPr lang="en-US" sz="950" dirty="0">
                <a:latin typeface="+mj-lt"/>
              </a:rPr>
              <a:t>="Approximate read depth (reads with MQ=255 or with bad mates are filtered)"&gt;</a:t>
            </a:r>
          </a:p>
          <a:p>
            <a:r>
              <a:rPr lang="en-US" sz="950" dirty="0">
                <a:latin typeface="+mj-lt"/>
              </a:rPr>
              <a:t>##FORMAT=&lt;ID=</a:t>
            </a:r>
            <a:r>
              <a:rPr lang="en-US" sz="950" dirty="0" err="1">
                <a:latin typeface="+mj-lt"/>
              </a:rPr>
              <a:t>GQ,Number</a:t>
            </a:r>
            <a:r>
              <a:rPr lang="en-US" sz="950" dirty="0">
                <a:latin typeface="+mj-lt"/>
              </a:rPr>
              <a:t>=1,Type=</a:t>
            </a:r>
            <a:r>
              <a:rPr lang="en-US" sz="950" dirty="0" err="1">
                <a:latin typeface="+mj-lt"/>
              </a:rPr>
              <a:t>Integer,Description</a:t>
            </a:r>
            <a:r>
              <a:rPr lang="en-US" sz="950" dirty="0">
                <a:latin typeface="+mj-lt"/>
              </a:rPr>
              <a:t>="Genotype Quality"&gt;</a:t>
            </a:r>
          </a:p>
          <a:p>
            <a:r>
              <a:rPr lang="en-US" sz="950" dirty="0">
                <a:latin typeface="+mj-lt"/>
              </a:rPr>
              <a:t>##FORMAT=&lt;ID=</a:t>
            </a:r>
            <a:r>
              <a:rPr lang="en-US" sz="950" dirty="0" err="1">
                <a:latin typeface="+mj-lt"/>
              </a:rPr>
              <a:t>GT,Number</a:t>
            </a:r>
            <a:r>
              <a:rPr lang="en-US" sz="950" dirty="0">
                <a:latin typeface="+mj-lt"/>
              </a:rPr>
              <a:t>=1,Type=</a:t>
            </a:r>
            <a:r>
              <a:rPr lang="en-US" sz="950" dirty="0" err="1">
                <a:latin typeface="+mj-lt"/>
              </a:rPr>
              <a:t>String,Description</a:t>
            </a:r>
            <a:r>
              <a:rPr lang="en-US" sz="950" dirty="0">
                <a:latin typeface="+mj-lt"/>
              </a:rPr>
              <a:t>="Genotype"&gt;</a:t>
            </a:r>
          </a:p>
          <a:p>
            <a:r>
              <a:rPr lang="en-US" sz="950" dirty="0">
                <a:latin typeface="+mj-lt"/>
              </a:rPr>
              <a:t>##FORMAT=&lt;ID=</a:t>
            </a:r>
            <a:r>
              <a:rPr lang="en-US" sz="950" dirty="0" err="1">
                <a:latin typeface="+mj-lt"/>
              </a:rPr>
              <a:t>PL,Number</a:t>
            </a:r>
            <a:r>
              <a:rPr lang="en-US" sz="950" dirty="0">
                <a:latin typeface="+mj-lt"/>
              </a:rPr>
              <a:t>=</a:t>
            </a:r>
            <a:r>
              <a:rPr lang="en-US" sz="950" dirty="0" err="1">
                <a:latin typeface="+mj-lt"/>
              </a:rPr>
              <a:t>G,Type</a:t>
            </a:r>
            <a:r>
              <a:rPr lang="en-US" sz="950" dirty="0">
                <a:latin typeface="+mj-lt"/>
              </a:rPr>
              <a:t>=</a:t>
            </a:r>
            <a:r>
              <a:rPr lang="en-US" sz="950" dirty="0" err="1">
                <a:latin typeface="+mj-lt"/>
              </a:rPr>
              <a:t>Integer,Description</a:t>
            </a:r>
            <a:r>
              <a:rPr lang="en-US" sz="950" dirty="0">
                <a:latin typeface="+mj-lt"/>
              </a:rPr>
              <a:t>="Normalized, </a:t>
            </a:r>
            <a:r>
              <a:rPr lang="en-US" sz="950" dirty="0" err="1">
                <a:latin typeface="+mj-lt"/>
              </a:rPr>
              <a:t>Phred</a:t>
            </a:r>
            <a:r>
              <a:rPr lang="en-US" sz="950" dirty="0">
                <a:latin typeface="+mj-lt"/>
              </a:rPr>
              <a:t>-scaled likelihoods for genotypes as defined in the VCF specs"&gt;</a:t>
            </a:r>
          </a:p>
          <a:p>
            <a:r>
              <a:rPr lang="en-US" sz="950" dirty="0">
                <a:latin typeface="+mj-lt"/>
              </a:rPr>
              <a:t>##</a:t>
            </a:r>
            <a:r>
              <a:rPr lang="en-US" sz="950" dirty="0" err="1">
                <a:latin typeface="+mj-lt"/>
              </a:rPr>
              <a:t>GATKCommandLine</a:t>
            </a:r>
            <a:r>
              <a:rPr lang="en-US" sz="950" dirty="0">
                <a:latin typeface="+mj-lt"/>
              </a:rPr>
              <a:t>=&lt;ID=</a:t>
            </a:r>
            <a:r>
              <a:rPr lang="en-US" sz="950" dirty="0" err="1">
                <a:latin typeface="+mj-lt"/>
              </a:rPr>
              <a:t>GenotypeGVCFs,CommandLine</a:t>
            </a:r>
            <a:r>
              <a:rPr lang="en-US" sz="950" dirty="0">
                <a:latin typeface="+mj-lt"/>
              </a:rPr>
              <a:t>="</a:t>
            </a:r>
            <a:r>
              <a:rPr lang="en-US" sz="950" dirty="0" err="1">
                <a:latin typeface="+mj-lt"/>
              </a:rPr>
              <a:t>GenotypeGVCFs</a:t>
            </a:r>
            <a:r>
              <a:rPr lang="en-US" sz="950" dirty="0">
                <a:latin typeface="+mj-lt"/>
              </a:rPr>
              <a:t> --output </a:t>
            </a:r>
          </a:p>
          <a:p>
            <a:r>
              <a:rPr lang="en-US" sz="950" dirty="0">
                <a:latin typeface="+mj-lt"/>
              </a:rPr>
              <a:t>##</a:t>
            </a:r>
            <a:r>
              <a:rPr lang="en-US" sz="950" dirty="0" err="1">
                <a:latin typeface="+mj-lt"/>
              </a:rPr>
              <a:t>GATKCommandLine</a:t>
            </a:r>
            <a:r>
              <a:rPr lang="en-US" sz="950" dirty="0">
                <a:latin typeface="+mj-lt"/>
              </a:rPr>
              <a:t>=&lt;ID=</a:t>
            </a:r>
            <a:r>
              <a:rPr lang="en-US" sz="950" dirty="0" err="1">
                <a:latin typeface="+mj-lt"/>
              </a:rPr>
              <a:t>HaplotypeCaller,CommandLine</a:t>
            </a:r>
            <a:r>
              <a:rPr lang="en-US" sz="950" dirty="0">
                <a:latin typeface="+mj-lt"/>
              </a:rPr>
              <a:t>="</a:t>
            </a:r>
            <a:r>
              <a:rPr lang="en-US" sz="950" dirty="0" err="1">
                <a:latin typeface="+mj-lt"/>
              </a:rPr>
              <a:t>HaplotypeCaller</a:t>
            </a:r>
            <a:r>
              <a:rPr lang="en-US" sz="950" dirty="0">
                <a:latin typeface="+mj-lt"/>
              </a:rPr>
              <a:t> --bam-output</a:t>
            </a:r>
          </a:p>
          <a:p>
            <a:r>
              <a:rPr lang="en-US" sz="950" dirty="0">
                <a:latin typeface="+mj-lt"/>
              </a:rPr>
              <a:t>##INFO=&lt;ID=</a:t>
            </a:r>
            <a:r>
              <a:rPr lang="en-US" sz="950" dirty="0" err="1">
                <a:latin typeface="+mj-lt"/>
              </a:rPr>
              <a:t>AC,Number</a:t>
            </a:r>
            <a:r>
              <a:rPr lang="en-US" sz="950" dirty="0">
                <a:latin typeface="+mj-lt"/>
              </a:rPr>
              <a:t>=</a:t>
            </a:r>
            <a:r>
              <a:rPr lang="en-US" sz="950" dirty="0" err="1">
                <a:latin typeface="+mj-lt"/>
              </a:rPr>
              <a:t>A,Type</a:t>
            </a:r>
            <a:r>
              <a:rPr lang="en-US" sz="950" dirty="0">
                <a:latin typeface="+mj-lt"/>
              </a:rPr>
              <a:t>=</a:t>
            </a:r>
            <a:r>
              <a:rPr lang="en-US" sz="950" dirty="0" err="1">
                <a:latin typeface="+mj-lt"/>
              </a:rPr>
              <a:t>Integer,Description</a:t>
            </a:r>
            <a:r>
              <a:rPr lang="en-US" sz="950" dirty="0">
                <a:latin typeface="+mj-lt"/>
              </a:rPr>
              <a:t>="Allele count in genotypes, for each ALT allele, in the same order as listed"&gt;</a:t>
            </a:r>
          </a:p>
          <a:p>
            <a:r>
              <a:rPr lang="en-US" sz="950" dirty="0">
                <a:latin typeface="+mj-lt"/>
              </a:rPr>
              <a:t>##INFO=&lt;ID=</a:t>
            </a:r>
            <a:r>
              <a:rPr lang="en-US" sz="950" dirty="0" err="1">
                <a:latin typeface="+mj-lt"/>
              </a:rPr>
              <a:t>AF,Number</a:t>
            </a:r>
            <a:r>
              <a:rPr lang="en-US" sz="950" dirty="0">
                <a:latin typeface="+mj-lt"/>
              </a:rPr>
              <a:t>=</a:t>
            </a:r>
            <a:r>
              <a:rPr lang="en-US" sz="950" dirty="0" err="1">
                <a:latin typeface="+mj-lt"/>
              </a:rPr>
              <a:t>A,Type</a:t>
            </a:r>
            <a:r>
              <a:rPr lang="en-US" sz="950" dirty="0">
                <a:latin typeface="+mj-lt"/>
              </a:rPr>
              <a:t>=</a:t>
            </a:r>
            <a:r>
              <a:rPr lang="en-US" sz="950" dirty="0" err="1">
                <a:latin typeface="+mj-lt"/>
              </a:rPr>
              <a:t>Float,Description</a:t>
            </a:r>
            <a:r>
              <a:rPr lang="en-US" sz="950" dirty="0">
                <a:latin typeface="+mj-lt"/>
              </a:rPr>
              <a:t>="Allele Frequency, for each ALT allele, in the same order as listed"&gt;</a:t>
            </a:r>
          </a:p>
          <a:p>
            <a:r>
              <a:rPr lang="en-US" sz="950" dirty="0">
                <a:latin typeface="+mj-lt"/>
              </a:rPr>
              <a:t>##INFO=&lt;ID=</a:t>
            </a:r>
            <a:r>
              <a:rPr lang="en-US" sz="950" dirty="0" err="1">
                <a:latin typeface="+mj-lt"/>
              </a:rPr>
              <a:t>AN,Number</a:t>
            </a:r>
            <a:r>
              <a:rPr lang="en-US" sz="950" dirty="0">
                <a:latin typeface="+mj-lt"/>
              </a:rPr>
              <a:t>=1,Type=</a:t>
            </a:r>
            <a:r>
              <a:rPr lang="en-US" sz="950" dirty="0" err="1">
                <a:latin typeface="+mj-lt"/>
              </a:rPr>
              <a:t>Integer,Description</a:t>
            </a:r>
            <a:r>
              <a:rPr lang="en-US" sz="950" dirty="0">
                <a:latin typeface="+mj-lt"/>
              </a:rPr>
              <a:t>="Total number of alleles in called genotypes"&gt;</a:t>
            </a:r>
          </a:p>
          <a:p>
            <a:r>
              <a:rPr lang="en-US" sz="950" dirty="0">
                <a:latin typeface="+mj-lt"/>
              </a:rPr>
              <a:t>##INFO=&lt;ID=</a:t>
            </a:r>
            <a:r>
              <a:rPr lang="en-US" sz="950" dirty="0" err="1">
                <a:latin typeface="+mj-lt"/>
              </a:rPr>
              <a:t>DP,Number</a:t>
            </a:r>
            <a:r>
              <a:rPr lang="en-US" sz="950" dirty="0">
                <a:latin typeface="+mj-lt"/>
              </a:rPr>
              <a:t>=1,Type=</a:t>
            </a:r>
            <a:r>
              <a:rPr lang="en-US" sz="950" dirty="0" err="1">
                <a:latin typeface="+mj-lt"/>
              </a:rPr>
              <a:t>Integer,Description</a:t>
            </a:r>
            <a:r>
              <a:rPr lang="en-US" sz="950" dirty="0">
                <a:latin typeface="+mj-lt"/>
              </a:rPr>
              <a:t>="Approximate read depth; some reads may have been filtered"&gt;</a:t>
            </a:r>
          </a:p>
          <a:p>
            <a:r>
              <a:rPr lang="en-US" sz="950" dirty="0">
                <a:latin typeface="+mj-lt"/>
              </a:rPr>
              <a:t>##contig=&lt;ID=chr20,length=64444167&gt;</a:t>
            </a:r>
          </a:p>
          <a:p>
            <a:r>
              <a:rPr lang="en-US" sz="950" dirty="0">
                <a:latin typeface="+mj-lt"/>
              </a:rPr>
              <a:t>#CHROM     POS ID REF ALT    QUAL FILTER                     INFO         FORMAT                    father                    mother</a:t>
            </a:r>
          </a:p>
          <a:p>
            <a:r>
              <a:rPr lang="en-US" sz="950" dirty="0">
                <a:latin typeface="+mj-lt"/>
              </a:rPr>
              <a:t>chr20 10019252  .   G   C  134.68      . AC=1;AF=0.167;AN=6;DP=15 GT:AD:DP:GQ:PL     0/1:3,5:8:58:143,0,58        0/0:2,0:2:6:0,6,48</a:t>
            </a:r>
          </a:p>
          <a:p>
            <a:r>
              <a:rPr lang="en-US" sz="950" dirty="0">
                <a:latin typeface="+mj-lt"/>
              </a:rPr>
              <a:t>chr20 10019348  .   A ACT 1587.89      . AC=5;AF=0.833;AN=6;DP=45 GT:AD:DP:GQ:PL   0/1:7,6:13:99:231,0,256   1/1:0,13:13:39:573,39,0</a:t>
            </a:r>
          </a:p>
          <a:p>
            <a:r>
              <a:rPr lang="en-US" sz="950" dirty="0">
                <a:latin typeface="+mj-lt"/>
              </a:rPr>
              <a:t>chr20 10019469  .   C   T 1792.98      . AC=4;AF=0.667;AN=6;DP=89 GT:AD:DP:GQ:PL 0/1:17,15:32:99:465,0,503 0/1:11,12:23:99:289,0,289</a:t>
            </a:r>
            <a:endParaRPr lang="en-CH" sz="9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0902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28B7-2F51-E2C7-666B-E4176EBA5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vcf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63F8F-950F-66A3-1438-46A02D7F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22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9E504-BC88-CB45-1D74-A1EF28B9329C}"/>
              </a:ext>
            </a:extLst>
          </p:cNvPr>
          <p:cNvSpPr txBox="1"/>
          <p:nvPr/>
        </p:nvSpPr>
        <p:spPr>
          <a:xfrm>
            <a:off x="69574" y="1993992"/>
            <a:ext cx="11141765" cy="287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dirty="0">
                <a:latin typeface="+mj-lt"/>
              </a:rPr>
              <a:t>##</a:t>
            </a:r>
            <a:r>
              <a:rPr lang="en-US" sz="950" dirty="0" err="1">
                <a:latin typeface="+mj-lt"/>
              </a:rPr>
              <a:t>fileformat</a:t>
            </a:r>
            <a:r>
              <a:rPr lang="en-US" sz="950" dirty="0">
                <a:latin typeface="+mj-lt"/>
              </a:rPr>
              <a:t>=VCFv4.2</a:t>
            </a:r>
          </a:p>
          <a:p>
            <a:r>
              <a:rPr lang="en-US" sz="950" dirty="0">
                <a:solidFill>
                  <a:schemeClr val="accent1"/>
                </a:solidFill>
                <a:latin typeface="+mj-lt"/>
              </a:rPr>
              <a:t>##FILTER=&lt;ID=</a:t>
            </a:r>
            <a:r>
              <a:rPr lang="en-US" sz="950" dirty="0" err="1">
                <a:solidFill>
                  <a:schemeClr val="accent1"/>
                </a:solidFill>
                <a:latin typeface="+mj-lt"/>
              </a:rPr>
              <a:t>LowQual,Description</a:t>
            </a:r>
            <a:r>
              <a:rPr lang="en-US" sz="950" dirty="0">
                <a:solidFill>
                  <a:schemeClr val="accent1"/>
                </a:solidFill>
                <a:latin typeface="+mj-lt"/>
              </a:rPr>
              <a:t>="Low quality"&gt;</a:t>
            </a:r>
          </a:p>
          <a:p>
            <a:r>
              <a:rPr lang="en-US" sz="950" dirty="0">
                <a:solidFill>
                  <a:schemeClr val="accent1"/>
                </a:solidFill>
                <a:latin typeface="+mj-lt"/>
              </a:rPr>
              <a:t>##FILTER=&lt;ID=</a:t>
            </a:r>
            <a:r>
              <a:rPr lang="en-US" sz="950" dirty="0" err="1">
                <a:solidFill>
                  <a:schemeClr val="accent1"/>
                </a:solidFill>
                <a:latin typeface="+mj-lt"/>
              </a:rPr>
              <a:t>PASS,Description</a:t>
            </a:r>
            <a:r>
              <a:rPr lang="en-US" sz="950" dirty="0">
                <a:solidFill>
                  <a:schemeClr val="accent1"/>
                </a:solidFill>
                <a:latin typeface="+mj-lt"/>
              </a:rPr>
              <a:t>="All filters passed"&gt;</a:t>
            </a:r>
          </a:p>
          <a:p>
            <a:r>
              <a:rPr lang="en-US" sz="950" dirty="0">
                <a:solidFill>
                  <a:schemeClr val="accent2"/>
                </a:solidFill>
                <a:latin typeface="+mj-lt"/>
              </a:rPr>
              <a:t>##FORMAT=&lt;ID=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AD,Number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=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R,Type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=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Integer,Description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="Allelic depths for the ref and alt alleles in the order listed"&gt;</a:t>
            </a:r>
          </a:p>
          <a:p>
            <a:r>
              <a:rPr lang="en-US" sz="950" dirty="0">
                <a:solidFill>
                  <a:schemeClr val="accent2"/>
                </a:solidFill>
                <a:latin typeface="+mj-lt"/>
              </a:rPr>
              <a:t>##FORMAT=&lt;ID=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DP,Number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=1,Type=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Integer,Description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="Approximate read depth (reads with MQ=255 or with bad mates are filtered)"&gt;</a:t>
            </a:r>
          </a:p>
          <a:p>
            <a:r>
              <a:rPr lang="en-US" sz="950" dirty="0">
                <a:solidFill>
                  <a:schemeClr val="accent2"/>
                </a:solidFill>
                <a:latin typeface="+mj-lt"/>
              </a:rPr>
              <a:t>##FORMAT=&lt;ID=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GQ,Number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=1,Type=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Integer,Description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="Genotype Quality"&gt;</a:t>
            </a:r>
          </a:p>
          <a:p>
            <a:r>
              <a:rPr lang="en-US" sz="950" dirty="0">
                <a:solidFill>
                  <a:schemeClr val="accent2"/>
                </a:solidFill>
                <a:latin typeface="+mj-lt"/>
              </a:rPr>
              <a:t>##FORMAT=&lt;ID=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GT,Number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=1,Type=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String,Description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="Genotype"&gt;</a:t>
            </a:r>
          </a:p>
          <a:p>
            <a:r>
              <a:rPr lang="en-US" sz="950" dirty="0">
                <a:solidFill>
                  <a:schemeClr val="accent2"/>
                </a:solidFill>
                <a:latin typeface="+mj-lt"/>
              </a:rPr>
              <a:t>##FORMAT=&lt;ID=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PL,Number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=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G,Type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=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Integer,Description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="Normalized, </a:t>
            </a:r>
            <a:r>
              <a:rPr lang="en-US" sz="950" dirty="0" err="1">
                <a:solidFill>
                  <a:schemeClr val="accent2"/>
                </a:solidFill>
                <a:latin typeface="+mj-lt"/>
              </a:rPr>
              <a:t>Phred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-scaled likelihoods for genotypes as defined in the VCF specs"&gt;</a:t>
            </a:r>
          </a:p>
          <a:p>
            <a:r>
              <a:rPr lang="en-US" sz="950" dirty="0">
                <a:latin typeface="+mj-lt"/>
              </a:rPr>
              <a:t>##</a:t>
            </a:r>
            <a:r>
              <a:rPr lang="en-US" sz="950" dirty="0" err="1">
                <a:latin typeface="+mj-lt"/>
              </a:rPr>
              <a:t>GATKCommandLine</a:t>
            </a:r>
            <a:r>
              <a:rPr lang="en-US" sz="950" dirty="0">
                <a:latin typeface="+mj-lt"/>
              </a:rPr>
              <a:t>=&lt;ID=</a:t>
            </a:r>
            <a:r>
              <a:rPr lang="en-US" sz="950" dirty="0" err="1">
                <a:latin typeface="+mj-lt"/>
              </a:rPr>
              <a:t>GenotypeGVCFs,CommandLine</a:t>
            </a:r>
            <a:r>
              <a:rPr lang="en-US" sz="950" dirty="0">
                <a:latin typeface="+mj-lt"/>
              </a:rPr>
              <a:t>="</a:t>
            </a:r>
            <a:r>
              <a:rPr lang="en-US" sz="950" dirty="0" err="1">
                <a:latin typeface="+mj-lt"/>
              </a:rPr>
              <a:t>GenotypeGVCFs</a:t>
            </a:r>
            <a:r>
              <a:rPr lang="en-US" sz="950" dirty="0">
                <a:latin typeface="+mj-lt"/>
              </a:rPr>
              <a:t> --output </a:t>
            </a:r>
          </a:p>
          <a:p>
            <a:r>
              <a:rPr lang="en-US" sz="950" dirty="0">
                <a:latin typeface="+mj-lt"/>
              </a:rPr>
              <a:t>##</a:t>
            </a:r>
            <a:r>
              <a:rPr lang="en-US" sz="950" dirty="0" err="1">
                <a:latin typeface="+mj-lt"/>
              </a:rPr>
              <a:t>GATKCommandLine</a:t>
            </a:r>
            <a:r>
              <a:rPr lang="en-US" sz="950" dirty="0">
                <a:latin typeface="+mj-lt"/>
              </a:rPr>
              <a:t>=&lt;ID=</a:t>
            </a:r>
            <a:r>
              <a:rPr lang="en-US" sz="950" dirty="0" err="1">
                <a:latin typeface="+mj-lt"/>
              </a:rPr>
              <a:t>HaplotypeCaller,CommandLine</a:t>
            </a:r>
            <a:r>
              <a:rPr lang="en-US" sz="950" dirty="0">
                <a:latin typeface="+mj-lt"/>
              </a:rPr>
              <a:t>="</a:t>
            </a:r>
            <a:r>
              <a:rPr lang="en-US" sz="950" dirty="0" err="1">
                <a:latin typeface="+mj-lt"/>
              </a:rPr>
              <a:t>HaplotypeCaller</a:t>
            </a:r>
            <a:r>
              <a:rPr lang="en-US" sz="950" dirty="0">
                <a:latin typeface="+mj-lt"/>
              </a:rPr>
              <a:t> --bam-output</a:t>
            </a:r>
          </a:p>
          <a:p>
            <a:r>
              <a:rPr lang="en-US" sz="950" dirty="0">
                <a:solidFill>
                  <a:schemeClr val="accent6"/>
                </a:solidFill>
                <a:latin typeface="+mj-lt"/>
              </a:rPr>
              <a:t>##INFO=&lt;ID=</a:t>
            </a:r>
            <a:r>
              <a:rPr lang="en-US" sz="950" dirty="0" err="1">
                <a:solidFill>
                  <a:schemeClr val="accent6"/>
                </a:solidFill>
                <a:latin typeface="+mj-lt"/>
              </a:rPr>
              <a:t>AC,Number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=</a:t>
            </a:r>
            <a:r>
              <a:rPr lang="en-US" sz="950" dirty="0" err="1">
                <a:solidFill>
                  <a:schemeClr val="accent6"/>
                </a:solidFill>
                <a:latin typeface="+mj-lt"/>
              </a:rPr>
              <a:t>A,Type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=</a:t>
            </a:r>
            <a:r>
              <a:rPr lang="en-US" sz="950" dirty="0" err="1">
                <a:solidFill>
                  <a:schemeClr val="accent6"/>
                </a:solidFill>
                <a:latin typeface="+mj-lt"/>
              </a:rPr>
              <a:t>Integer,Description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="Allele count in genotypes, for each ALT allele, in the same order as listed"&gt;</a:t>
            </a:r>
          </a:p>
          <a:p>
            <a:r>
              <a:rPr lang="en-US" sz="950" dirty="0">
                <a:solidFill>
                  <a:schemeClr val="accent6"/>
                </a:solidFill>
                <a:latin typeface="+mj-lt"/>
              </a:rPr>
              <a:t>##INFO=&lt;ID=</a:t>
            </a:r>
            <a:r>
              <a:rPr lang="en-US" sz="950" dirty="0" err="1">
                <a:solidFill>
                  <a:schemeClr val="accent6"/>
                </a:solidFill>
                <a:latin typeface="+mj-lt"/>
              </a:rPr>
              <a:t>AF,Number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=</a:t>
            </a:r>
            <a:r>
              <a:rPr lang="en-US" sz="950" dirty="0" err="1">
                <a:solidFill>
                  <a:schemeClr val="accent6"/>
                </a:solidFill>
                <a:latin typeface="+mj-lt"/>
              </a:rPr>
              <a:t>A,Type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=</a:t>
            </a:r>
            <a:r>
              <a:rPr lang="en-US" sz="950" dirty="0" err="1">
                <a:solidFill>
                  <a:schemeClr val="accent6"/>
                </a:solidFill>
                <a:latin typeface="+mj-lt"/>
              </a:rPr>
              <a:t>Float,Description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="Allele Frequency, for each ALT allele, in the same order as listed"&gt;</a:t>
            </a:r>
          </a:p>
          <a:p>
            <a:r>
              <a:rPr lang="en-US" sz="950" dirty="0">
                <a:solidFill>
                  <a:schemeClr val="accent6"/>
                </a:solidFill>
                <a:latin typeface="+mj-lt"/>
              </a:rPr>
              <a:t>##INFO=&lt;ID=</a:t>
            </a:r>
            <a:r>
              <a:rPr lang="en-US" sz="950" dirty="0" err="1">
                <a:solidFill>
                  <a:schemeClr val="accent6"/>
                </a:solidFill>
                <a:latin typeface="+mj-lt"/>
              </a:rPr>
              <a:t>AN,Number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=1,Type=</a:t>
            </a:r>
            <a:r>
              <a:rPr lang="en-US" sz="950" dirty="0" err="1">
                <a:solidFill>
                  <a:schemeClr val="accent6"/>
                </a:solidFill>
                <a:latin typeface="+mj-lt"/>
              </a:rPr>
              <a:t>Integer,Description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="Total number of alleles in called genotypes"&gt;</a:t>
            </a:r>
          </a:p>
          <a:p>
            <a:r>
              <a:rPr lang="en-US" sz="950" dirty="0">
                <a:solidFill>
                  <a:schemeClr val="accent6"/>
                </a:solidFill>
                <a:latin typeface="+mj-lt"/>
              </a:rPr>
              <a:t>##INFO=&lt;ID=</a:t>
            </a:r>
            <a:r>
              <a:rPr lang="en-US" sz="950" dirty="0" err="1">
                <a:solidFill>
                  <a:schemeClr val="accent6"/>
                </a:solidFill>
                <a:latin typeface="+mj-lt"/>
              </a:rPr>
              <a:t>DP,Number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=1,Type=</a:t>
            </a:r>
            <a:r>
              <a:rPr lang="en-US" sz="950" dirty="0" err="1">
                <a:solidFill>
                  <a:schemeClr val="accent6"/>
                </a:solidFill>
                <a:latin typeface="+mj-lt"/>
              </a:rPr>
              <a:t>Integer,Description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="Approximate read depth; some reads may have been filtered"&gt;</a:t>
            </a:r>
          </a:p>
          <a:p>
            <a:r>
              <a:rPr lang="en-US" sz="950" dirty="0">
                <a:latin typeface="+mj-lt"/>
              </a:rPr>
              <a:t>##contig=&lt;ID=chr20,length=64444167&gt;</a:t>
            </a:r>
          </a:p>
          <a:p>
            <a:r>
              <a:rPr lang="en-US" sz="950" dirty="0">
                <a:latin typeface="+mj-lt"/>
              </a:rPr>
              <a:t>#CHROM     POS ID REF ALT    QUAL </a:t>
            </a:r>
            <a:r>
              <a:rPr lang="en-US" sz="950" dirty="0">
                <a:solidFill>
                  <a:schemeClr val="accent1"/>
                </a:solidFill>
                <a:latin typeface="+mj-lt"/>
              </a:rPr>
              <a:t>FILTER</a:t>
            </a:r>
            <a:r>
              <a:rPr lang="en-US" sz="950" dirty="0">
                <a:latin typeface="+mj-lt"/>
              </a:rPr>
              <a:t>                     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INFO</a:t>
            </a:r>
            <a:r>
              <a:rPr lang="en-US" sz="950" dirty="0">
                <a:latin typeface="+mj-lt"/>
              </a:rPr>
              <a:t>         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FORMAT</a:t>
            </a:r>
            <a:r>
              <a:rPr lang="en-US" sz="950" dirty="0">
                <a:latin typeface="+mj-lt"/>
              </a:rPr>
              <a:t>                    father                    mother</a:t>
            </a:r>
          </a:p>
          <a:p>
            <a:r>
              <a:rPr lang="en-US" sz="950" dirty="0">
                <a:latin typeface="+mj-lt"/>
              </a:rPr>
              <a:t>chr20 10019252  .   G   C  134.68      . 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AC=1;AF=0.167;AN=6;DP=15 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GT:AD:DP:GQ:PL     </a:t>
            </a:r>
            <a:r>
              <a:rPr lang="en-US" sz="950" dirty="0">
                <a:latin typeface="+mj-lt"/>
              </a:rPr>
              <a:t>0/1:3,5:8:58:143,0,58        0/0:2,0:2:6:0,6,48</a:t>
            </a:r>
          </a:p>
          <a:p>
            <a:r>
              <a:rPr lang="en-US" sz="950" dirty="0">
                <a:latin typeface="+mj-lt"/>
              </a:rPr>
              <a:t>chr20 10019348  .   A ACT 1587.89      . 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AC=5;AF=0.833;AN=6;DP=45 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GT:AD:DP:GQ:PL   </a:t>
            </a:r>
            <a:r>
              <a:rPr lang="en-US" sz="950" dirty="0">
                <a:latin typeface="+mj-lt"/>
              </a:rPr>
              <a:t>0/1:7,6:13:99:231,0,256   1/1:0,13:13:39:573,39,0</a:t>
            </a:r>
          </a:p>
          <a:p>
            <a:r>
              <a:rPr lang="en-US" sz="950" dirty="0">
                <a:latin typeface="+mj-lt"/>
              </a:rPr>
              <a:t>chr20 10019469  .   C   T 1792.98      . </a:t>
            </a:r>
            <a:r>
              <a:rPr lang="en-US" sz="950" dirty="0">
                <a:solidFill>
                  <a:schemeClr val="accent6"/>
                </a:solidFill>
                <a:latin typeface="+mj-lt"/>
              </a:rPr>
              <a:t>AC=4;AF=0.667;AN=6;DP=89 </a:t>
            </a:r>
            <a:r>
              <a:rPr lang="en-US" sz="950" dirty="0">
                <a:solidFill>
                  <a:schemeClr val="accent2"/>
                </a:solidFill>
                <a:latin typeface="+mj-lt"/>
              </a:rPr>
              <a:t>GT:AD:DP:GQ:PL </a:t>
            </a:r>
            <a:r>
              <a:rPr lang="en-US" sz="950" dirty="0">
                <a:latin typeface="+mj-lt"/>
              </a:rPr>
              <a:t>0/1:17,15:32:99:465,0,503 0/1:11,12:23:99:289,0,289</a:t>
            </a:r>
            <a:endParaRPr lang="en-CH" sz="950" dirty="0">
              <a:latin typeface="+mj-lt"/>
            </a:endParaRPr>
          </a:p>
        </p:txBody>
      </p:sp>
      <p:sp>
        <p:nvSpPr>
          <p:cNvPr id="12" name="U-Turn Arrow 11">
            <a:extLst>
              <a:ext uri="{FF2B5EF4-FFF2-40B4-BE49-F238E27FC236}">
                <a16:creationId xmlns:a16="http://schemas.microsoft.com/office/drawing/2014/main" id="{8CB74EC2-AC68-F175-5504-41A880787F91}"/>
              </a:ext>
            </a:extLst>
          </p:cNvPr>
          <p:cNvSpPr/>
          <p:nvPr/>
        </p:nvSpPr>
        <p:spPr>
          <a:xfrm rot="10800000" flipH="1">
            <a:off x="4572000" y="4864007"/>
            <a:ext cx="1192696" cy="303304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94D2192-08BD-8048-B655-36F3DEEAB508}"/>
              </a:ext>
            </a:extLst>
          </p:cNvPr>
          <p:cNvSpPr/>
          <p:nvPr/>
        </p:nvSpPr>
        <p:spPr>
          <a:xfrm>
            <a:off x="159244" y="2121955"/>
            <a:ext cx="5092573" cy="175432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CH">
                <a:latin typeface="+mj-lt"/>
              </a:rPr>
              <a:t>#CHROM POS      ID   REF   ALT</a:t>
            </a:r>
            <a:endParaRPr lang="en-US">
              <a:latin typeface="+mj-lt"/>
            </a:endParaRPr>
          </a:p>
          <a:p>
            <a:r>
              <a:rPr lang="en-CH">
                <a:latin typeface="+mj-lt"/>
              </a:rPr>
              <a:t>20     14370    .    G     A</a:t>
            </a:r>
          </a:p>
          <a:p>
            <a:r>
              <a:rPr lang="en-CH">
                <a:latin typeface="+mj-lt"/>
              </a:rPr>
              <a:t>20     17330    .    T     A</a:t>
            </a:r>
          </a:p>
          <a:p>
            <a:r>
              <a:rPr lang="en-CH">
                <a:latin typeface="+mj-lt"/>
              </a:rPr>
              <a:t>20     1110696  .    A     G,T</a:t>
            </a:r>
          </a:p>
          <a:p>
            <a:r>
              <a:rPr lang="en-CH">
                <a:latin typeface="+mj-lt"/>
              </a:rPr>
              <a:t>20     1230237  .    T     .      </a:t>
            </a:r>
          </a:p>
          <a:p>
            <a:r>
              <a:rPr lang="en-CH">
                <a:latin typeface="+mj-lt"/>
              </a:rPr>
              <a:t>20     1234567  .    GTC   G,GTCT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7A4ED4-A642-D047-8AF3-4CCFFCE0C677}"/>
              </a:ext>
            </a:extLst>
          </p:cNvPr>
          <p:cNvSpPr/>
          <p:nvPr/>
        </p:nvSpPr>
        <p:spPr>
          <a:xfrm>
            <a:off x="4945218" y="2121955"/>
            <a:ext cx="4039756" cy="175432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CH" dirty="0">
                <a:latin typeface="+mj-lt"/>
              </a:rPr>
              <a:t>FORMAT   NA00001   NA00002</a:t>
            </a:r>
            <a:endParaRPr lang="en-US" dirty="0">
              <a:latin typeface="+mj-lt"/>
            </a:endParaRPr>
          </a:p>
          <a:p>
            <a:r>
              <a:rPr lang="en-CH">
                <a:latin typeface="+mj-lt"/>
              </a:rPr>
              <a:t>GT:GQ  0|0:48    1|0:48</a:t>
            </a:r>
          </a:p>
          <a:p>
            <a:r>
              <a:rPr lang="en-CH">
                <a:latin typeface="+mj-lt"/>
              </a:rPr>
              <a:t>GT:GQ  0|0:49    0|1:99</a:t>
            </a:r>
          </a:p>
          <a:p>
            <a:r>
              <a:rPr lang="en-CH">
                <a:latin typeface="+mj-lt"/>
              </a:rPr>
              <a:t>GT:GQ  1|2:21    2|1:27</a:t>
            </a:r>
          </a:p>
          <a:p>
            <a:r>
              <a:rPr lang="en-CH">
                <a:latin typeface="+mj-lt"/>
              </a:rPr>
              <a:t>GT:GQ  0|0:54    0|0:48</a:t>
            </a:r>
          </a:p>
          <a:p>
            <a:r>
              <a:rPr lang="en-CH">
                <a:latin typeface="+mj-lt"/>
              </a:rPr>
              <a:t>GT:GQ  0/1:35    0/2:17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B46363-269C-6240-9A29-21F41A6DAAD7}"/>
              </a:ext>
            </a:extLst>
          </p:cNvPr>
          <p:cNvSpPr txBox="1"/>
          <p:nvPr/>
        </p:nvSpPr>
        <p:spPr>
          <a:xfrm>
            <a:off x="2748557" y="4218997"/>
            <a:ext cx="39652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24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2BD120-2EF0-CB4B-BA62-1452981620B0}"/>
              </a:ext>
            </a:extLst>
          </p:cNvPr>
          <p:cNvSpPr txBox="1"/>
          <p:nvPr/>
        </p:nvSpPr>
        <p:spPr>
          <a:xfrm>
            <a:off x="3519401" y="4203282"/>
            <a:ext cx="39652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2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B9982F-161C-7A45-AB5F-D61630422E74}"/>
              </a:ext>
            </a:extLst>
          </p:cNvPr>
          <p:cNvSpPr txBox="1"/>
          <p:nvPr/>
        </p:nvSpPr>
        <p:spPr>
          <a:xfrm>
            <a:off x="4043757" y="4203282"/>
            <a:ext cx="39652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240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F73021-4F91-1047-AF26-7E1D8D4C326D}"/>
              </a:ext>
            </a:extLst>
          </p:cNvPr>
          <p:cNvCxnSpPr>
            <a:cxnSpLocks/>
          </p:cNvCxnSpPr>
          <p:nvPr/>
        </p:nvCxnSpPr>
        <p:spPr>
          <a:xfrm flipV="1">
            <a:off x="2946818" y="3836818"/>
            <a:ext cx="6350" cy="382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297F88-1470-9F48-BE93-1B783DFDEFAA}"/>
              </a:ext>
            </a:extLst>
          </p:cNvPr>
          <p:cNvCxnSpPr>
            <a:cxnSpLocks/>
          </p:cNvCxnSpPr>
          <p:nvPr/>
        </p:nvCxnSpPr>
        <p:spPr>
          <a:xfrm flipV="1">
            <a:off x="3717662" y="3821104"/>
            <a:ext cx="0" cy="382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83A813F-6176-4A43-A731-184445566881}"/>
              </a:ext>
            </a:extLst>
          </p:cNvPr>
          <p:cNvCxnSpPr>
            <a:cxnSpLocks/>
          </p:cNvCxnSpPr>
          <p:nvPr/>
        </p:nvCxnSpPr>
        <p:spPr>
          <a:xfrm flipV="1">
            <a:off x="4242018" y="3821104"/>
            <a:ext cx="0" cy="382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D5B0A15-7C73-76B1-1EE5-253060DB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CH" dirty="0"/>
              <a:t>vcf</a:t>
            </a:r>
          </a:p>
        </p:txBody>
      </p:sp>
    </p:spTree>
    <p:extLst>
      <p:ext uri="{BB962C8B-B14F-4D97-AF65-F5344CB8AC3E}">
        <p14:creationId xmlns:p14="http://schemas.microsoft.com/office/powerpoint/2010/main" val="110523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9B78C-067E-E297-44B3-4809ADB8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Question 12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BCA6F-C185-69BC-91AB-EBC123BE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24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621803-752C-CB71-AA10-AC0B1FE4E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19965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ECEA2-9B79-7846-9EEC-8ADB03637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25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12C9F-C8F6-5B46-B86F-E469CAA6757D}"/>
              </a:ext>
            </a:extLst>
          </p:cNvPr>
          <p:cNvSpPr txBox="1"/>
          <p:nvPr/>
        </p:nvSpPr>
        <p:spPr>
          <a:xfrm>
            <a:off x="812800" y="2957689"/>
            <a:ext cx="3567289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H" dirty="0">
                <a:latin typeface="+mj-lt"/>
              </a:rPr>
              <a:t>CHROM	POS	ID	SAMP1</a:t>
            </a:r>
          </a:p>
          <a:p>
            <a:r>
              <a:rPr lang="en-CH" dirty="0">
                <a:latin typeface="+mj-lt"/>
              </a:rPr>
              <a:t>20	1101	SNPX	1|1</a:t>
            </a:r>
          </a:p>
          <a:p>
            <a:r>
              <a:rPr lang="en-CH" dirty="0">
                <a:latin typeface="+mj-lt"/>
              </a:rPr>
              <a:t>20	1203	SNPY	0|1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67C0D3-3312-FA41-B47F-50042B8C08F7}"/>
              </a:ext>
            </a:extLst>
          </p:cNvPr>
          <p:cNvSpPr txBox="1"/>
          <p:nvPr/>
        </p:nvSpPr>
        <p:spPr>
          <a:xfrm>
            <a:off x="4948061" y="2960975"/>
            <a:ext cx="3567289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H" dirty="0">
                <a:latin typeface="+mj-lt"/>
              </a:rPr>
              <a:t>CHROM	POS	ID	SAMP2</a:t>
            </a:r>
          </a:p>
          <a:p>
            <a:r>
              <a:rPr lang="en-CH" dirty="0">
                <a:latin typeface="+mj-lt"/>
              </a:rPr>
              <a:t>20	1101	SNPX	1|0</a:t>
            </a:r>
          </a:p>
          <a:p>
            <a:r>
              <a:rPr lang="en-CH" dirty="0">
                <a:latin typeface="+mj-lt"/>
              </a:rPr>
              <a:t>20	1203	SNPY	0|1</a:t>
            </a:r>
          </a:p>
          <a:p>
            <a:r>
              <a:rPr lang="en-CH" dirty="0">
                <a:latin typeface="+mj-lt"/>
              </a:rPr>
              <a:t>20	1253	SNPZ	1|1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E4F52A-E215-994D-9B8C-3B6D861709C6}"/>
              </a:ext>
            </a:extLst>
          </p:cNvPr>
          <p:cNvSpPr/>
          <p:nvPr/>
        </p:nvSpPr>
        <p:spPr>
          <a:xfrm>
            <a:off x="808916" y="1364211"/>
            <a:ext cx="3567291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ED147A-3601-C54F-AEA2-01A6AD818F4A}"/>
              </a:ext>
            </a:extLst>
          </p:cNvPr>
          <p:cNvSpPr/>
          <p:nvPr/>
        </p:nvSpPr>
        <p:spPr>
          <a:xfrm>
            <a:off x="808918" y="1719953"/>
            <a:ext cx="3567290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C052C3-E513-EA40-90FA-93BBE90E5BEC}"/>
              </a:ext>
            </a:extLst>
          </p:cNvPr>
          <p:cNvSpPr/>
          <p:nvPr/>
        </p:nvSpPr>
        <p:spPr>
          <a:xfrm>
            <a:off x="1320800" y="1719953"/>
            <a:ext cx="169333" cy="1693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4A15C2-E7FC-1F49-B62F-445C7CACE2D6}"/>
              </a:ext>
            </a:extLst>
          </p:cNvPr>
          <p:cNvSpPr/>
          <p:nvPr/>
        </p:nvSpPr>
        <p:spPr>
          <a:xfrm>
            <a:off x="1320799" y="1364211"/>
            <a:ext cx="169333" cy="1693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746679-A1BF-4B47-B50F-957AD40E6546}"/>
              </a:ext>
            </a:extLst>
          </p:cNvPr>
          <p:cNvSpPr/>
          <p:nvPr/>
        </p:nvSpPr>
        <p:spPr>
          <a:xfrm>
            <a:off x="2263421" y="1719953"/>
            <a:ext cx="169333" cy="169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422A8F-FEA2-9843-A4B1-77AE3ACD505F}"/>
              </a:ext>
            </a:extLst>
          </p:cNvPr>
          <p:cNvSpPr/>
          <p:nvPr/>
        </p:nvSpPr>
        <p:spPr>
          <a:xfrm>
            <a:off x="2263421" y="1364211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BF044F-3C3D-0046-80A9-5257B7335B6C}"/>
              </a:ext>
            </a:extLst>
          </p:cNvPr>
          <p:cNvSpPr/>
          <p:nvPr/>
        </p:nvSpPr>
        <p:spPr>
          <a:xfrm>
            <a:off x="3111849" y="1362533"/>
            <a:ext cx="169333" cy="169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32A67C-0836-7847-A742-A52F43F69F8E}"/>
              </a:ext>
            </a:extLst>
          </p:cNvPr>
          <p:cNvSpPr/>
          <p:nvPr/>
        </p:nvSpPr>
        <p:spPr>
          <a:xfrm>
            <a:off x="3111849" y="1719953"/>
            <a:ext cx="169333" cy="169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2221C2-793C-564D-A947-886A6EAAA226}"/>
              </a:ext>
            </a:extLst>
          </p:cNvPr>
          <p:cNvSpPr txBox="1"/>
          <p:nvPr/>
        </p:nvSpPr>
        <p:spPr>
          <a:xfrm>
            <a:off x="1207910" y="910783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5A3910-1F7F-7445-ADAD-413E98D316C4}"/>
              </a:ext>
            </a:extLst>
          </p:cNvPr>
          <p:cNvSpPr txBox="1"/>
          <p:nvPr/>
        </p:nvSpPr>
        <p:spPr>
          <a:xfrm>
            <a:off x="2150532" y="89926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0FAB3C-C481-9342-A092-D74B24FC0581}"/>
              </a:ext>
            </a:extLst>
          </p:cNvPr>
          <p:cNvSpPr txBox="1"/>
          <p:nvPr/>
        </p:nvSpPr>
        <p:spPr>
          <a:xfrm>
            <a:off x="2998960" y="89926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Z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DB25A1-1DFE-1F44-946E-61E14E64EEDA}"/>
              </a:ext>
            </a:extLst>
          </p:cNvPr>
          <p:cNvSpPr/>
          <p:nvPr/>
        </p:nvSpPr>
        <p:spPr>
          <a:xfrm>
            <a:off x="4948058" y="1364211"/>
            <a:ext cx="3567291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67C3B4-CB59-4341-83B0-2D587C9790D1}"/>
              </a:ext>
            </a:extLst>
          </p:cNvPr>
          <p:cNvSpPr/>
          <p:nvPr/>
        </p:nvSpPr>
        <p:spPr>
          <a:xfrm>
            <a:off x="4948060" y="1719953"/>
            <a:ext cx="3567290" cy="1693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1D93FF-A024-384E-96B8-E52815B8D044}"/>
              </a:ext>
            </a:extLst>
          </p:cNvPr>
          <p:cNvSpPr/>
          <p:nvPr/>
        </p:nvSpPr>
        <p:spPr>
          <a:xfrm>
            <a:off x="5459942" y="1719953"/>
            <a:ext cx="169333" cy="1693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9CA9C9-16F7-2C47-8DC5-A08FB3A68749}"/>
              </a:ext>
            </a:extLst>
          </p:cNvPr>
          <p:cNvSpPr/>
          <p:nvPr/>
        </p:nvSpPr>
        <p:spPr>
          <a:xfrm>
            <a:off x="5459941" y="1364211"/>
            <a:ext cx="169333" cy="169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F4EEBC-5A57-3944-85A8-71E7A1DFAA97}"/>
              </a:ext>
            </a:extLst>
          </p:cNvPr>
          <p:cNvSpPr/>
          <p:nvPr/>
        </p:nvSpPr>
        <p:spPr>
          <a:xfrm>
            <a:off x="6402563" y="1719953"/>
            <a:ext cx="169333" cy="169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864688-8A6C-4B46-A83A-8CB3981F248A}"/>
              </a:ext>
            </a:extLst>
          </p:cNvPr>
          <p:cNvSpPr/>
          <p:nvPr/>
        </p:nvSpPr>
        <p:spPr>
          <a:xfrm>
            <a:off x="6402563" y="1364211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14F814-1232-2649-9879-DF63981E6E03}"/>
              </a:ext>
            </a:extLst>
          </p:cNvPr>
          <p:cNvSpPr/>
          <p:nvPr/>
        </p:nvSpPr>
        <p:spPr>
          <a:xfrm>
            <a:off x="7250991" y="136253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3E48B4-8AC3-224B-BC85-FE952B8236DF}"/>
              </a:ext>
            </a:extLst>
          </p:cNvPr>
          <p:cNvSpPr/>
          <p:nvPr/>
        </p:nvSpPr>
        <p:spPr>
          <a:xfrm>
            <a:off x="7250991" y="1719953"/>
            <a:ext cx="169333" cy="1693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775EE4-A59E-4B46-9AE6-3F08458DC508}"/>
              </a:ext>
            </a:extLst>
          </p:cNvPr>
          <p:cNvSpPr txBox="1"/>
          <p:nvPr/>
        </p:nvSpPr>
        <p:spPr>
          <a:xfrm>
            <a:off x="5347052" y="910783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904266-8B91-B945-80BF-DAED0F6C038F}"/>
              </a:ext>
            </a:extLst>
          </p:cNvPr>
          <p:cNvSpPr txBox="1"/>
          <p:nvPr/>
        </p:nvSpPr>
        <p:spPr>
          <a:xfrm>
            <a:off x="6289674" y="89926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D30F89-5AAA-3641-97A9-AEF4A2F93D45}"/>
              </a:ext>
            </a:extLst>
          </p:cNvPr>
          <p:cNvSpPr txBox="1"/>
          <p:nvPr/>
        </p:nvSpPr>
        <p:spPr>
          <a:xfrm>
            <a:off x="7138102" y="899260"/>
            <a:ext cx="39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Z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3E688F-7D5E-4C4D-84CD-FD6358183706}"/>
              </a:ext>
            </a:extLst>
          </p:cNvPr>
          <p:cNvSpPr txBox="1"/>
          <p:nvPr/>
        </p:nvSpPr>
        <p:spPr>
          <a:xfrm>
            <a:off x="2592562" y="5053380"/>
            <a:ext cx="454554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H">
                <a:latin typeface="+mj-lt"/>
              </a:rPr>
              <a:t>CHROM	POS	ID	SAMP1	SAMP2</a:t>
            </a:r>
          </a:p>
          <a:p>
            <a:r>
              <a:rPr lang="en-CH">
                <a:latin typeface="+mj-lt"/>
              </a:rPr>
              <a:t>20	1101	SNPX	1|1	1|0</a:t>
            </a:r>
          </a:p>
          <a:p>
            <a:r>
              <a:rPr lang="en-CH">
                <a:latin typeface="+mj-lt"/>
              </a:rPr>
              <a:t>20	1203	SNPY	0|1	0|1</a:t>
            </a:r>
          </a:p>
          <a:p>
            <a:r>
              <a:rPr lang="en-CH">
                <a:latin typeface="+mj-lt"/>
              </a:rPr>
              <a:t>20	1253	SNPZ	</a:t>
            </a:r>
            <a:r>
              <a:rPr lang="en-CH">
                <a:solidFill>
                  <a:srgbClr val="FF0000"/>
                </a:solidFill>
                <a:latin typeface="+mj-lt"/>
              </a:rPr>
              <a:t>?</a:t>
            </a:r>
            <a:r>
              <a:rPr lang="en-CH">
                <a:latin typeface="+mj-lt"/>
              </a:rPr>
              <a:t>	1|1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37CCC9-576B-5F41-B615-D8D7E7334454}"/>
              </a:ext>
            </a:extLst>
          </p:cNvPr>
          <p:cNvSpPr txBox="1"/>
          <p:nvPr/>
        </p:nvSpPr>
        <p:spPr>
          <a:xfrm>
            <a:off x="808916" y="2588357"/>
            <a:ext cx="17367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H">
                <a:latin typeface="+mj-lt"/>
              </a:rPr>
              <a:t>sample1.vcf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CDDE04-C373-E146-9E0D-CEE5F873FC52}"/>
              </a:ext>
            </a:extLst>
          </p:cNvPr>
          <p:cNvSpPr txBox="1"/>
          <p:nvPr/>
        </p:nvSpPr>
        <p:spPr>
          <a:xfrm>
            <a:off x="4948058" y="2587192"/>
            <a:ext cx="17367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H">
                <a:latin typeface="+mj-lt"/>
              </a:rPr>
              <a:t>sample2.vcf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F48A37-270A-A244-A0EB-5C31701E19F7}"/>
              </a:ext>
            </a:extLst>
          </p:cNvPr>
          <p:cNvSpPr txBox="1"/>
          <p:nvPr/>
        </p:nvSpPr>
        <p:spPr>
          <a:xfrm>
            <a:off x="2588391" y="4681355"/>
            <a:ext cx="17367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H">
                <a:latin typeface="+mj-lt"/>
              </a:rPr>
              <a:t>combined.vcf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78423D-EC96-D54D-96BA-57E1F5A6712D}"/>
              </a:ext>
            </a:extLst>
          </p:cNvPr>
          <p:cNvSpPr txBox="1"/>
          <p:nvPr/>
        </p:nvSpPr>
        <p:spPr>
          <a:xfrm>
            <a:off x="1339269" y="362497"/>
            <a:ext cx="2412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sample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736509-77DA-6643-9B1E-E626D05A67D2}"/>
              </a:ext>
            </a:extLst>
          </p:cNvPr>
          <p:cNvSpPr txBox="1"/>
          <p:nvPr/>
        </p:nvSpPr>
        <p:spPr>
          <a:xfrm>
            <a:off x="5365523" y="362497"/>
            <a:ext cx="2412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sample 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460A480-E63D-1C41-AA57-519A9154F97B}"/>
              </a:ext>
            </a:extLst>
          </p:cNvPr>
          <p:cNvGrpSpPr/>
          <p:nvPr/>
        </p:nvGrpSpPr>
        <p:grpSpPr>
          <a:xfrm>
            <a:off x="1220627" y="1265293"/>
            <a:ext cx="2824599" cy="2615726"/>
            <a:chOff x="1220627" y="1265293"/>
            <a:chExt cx="2824599" cy="261572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BFA19CA-DA06-F94E-B447-5A648789D48E}"/>
                </a:ext>
              </a:extLst>
            </p:cNvPr>
            <p:cNvSpPr/>
            <p:nvPr/>
          </p:nvSpPr>
          <p:spPr>
            <a:xfrm>
              <a:off x="3623532" y="3260035"/>
              <a:ext cx="163277" cy="620984"/>
            </a:xfrm>
            <a:prstGeom prst="rect">
              <a:avLst/>
            </a:prstGeom>
            <a:noFill/>
            <a:ln w="38100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rgbClr val="7030A0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B2EC6AB-1DCE-D341-B283-807B34EEADA9}"/>
                </a:ext>
              </a:extLst>
            </p:cNvPr>
            <p:cNvSpPr/>
            <p:nvPr/>
          </p:nvSpPr>
          <p:spPr>
            <a:xfrm>
              <a:off x="3881949" y="3260035"/>
              <a:ext cx="163277" cy="62098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rgbClr val="7030A0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70617B8-57A9-6949-ADB5-FD46041396A8}"/>
                </a:ext>
              </a:extLst>
            </p:cNvPr>
            <p:cNvSpPr/>
            <p:nvPr/>
          </p:nvSpPr>
          <p:spPr>
            <a:xfrm>
              <a:off x="1220627" y="1639001"/>
              <a:ext cx="1330761" cy="349156"/>
            </a:xfrm>
            <a:prstGeom prst="rect">
              <a:avLst/>
            </a:prstGeom>
            <a:noFill/>
            <a:ln w="38100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rgbClr val="7030A0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D1D7936-B11D-D845-8E3F-29BA804AF387}"/>
                </a:ext>
              </a:extLst>
            </p:cNvPr>
            <p:cNvSpPr/>
            <p:nvPr/>
          </p:nvSpPr>
          <p:spPr>
            <a:xfrm>
              <a:off x="1220628" y="1265293"/>
              <a:ext cx="1330761" cy="349156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rgbClr val="7030A0"/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3F7363B-BF67-D349-80D4-2A52AA52F6D8}"/>
              </a:ext>
            </a:extLst>
          </p:cNvPr>
          <p:cNvGrpSpPr/>
          <p:nvPr/>
        </p:nvGrpSpPr>
        <p:grpSpPr>
          <a:xfrm>
            <a:off x="5356374" y="1281257"/>
            <a:ext cx="2824599" cy="2803076"/>
            <a:chOff x="5356374" y="1281257"/>
            <a:chExt cx="2824599" cy="280307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8F77506-A4B4-6C44-96E2-2665CD4B135D}"/>
                </a:ext>
              </a:extLst>
            </p:cNvPr>
            <p:cNvSpPr/>
            <p:nvPr/>
          </p:nvSpPr>
          <p:spPr>
            <a:xfrm>
              <a:off x="7759279" y="3275998"/>
              <a:ext cx="163277" cy="808335"/>
            </a:xfrm>
            <a:prstGeom prst="rect">
              <a:avLst/>
            </a:prstGeom>
            <a:noFill/>
            <a:ln w="38100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rgbClr val="7030A0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3558DC-A994-BF4B-876E-E09B8C55791B}"/>
                </a:ext>
              </a:extLst>
            </p:cNvPr>
            <p:cNvSpPr/>
            <p:nvPr/>
          </p:nvSpPr>
          <p:spPr>
            <a:xfrm>
              <a:off x="8017696" y="3275999"/>
              <a:ext cx="163277" cy="80833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rgbClr val="7030A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E0EA6B4-F3EA-734F-BB0C-1BD9A7A685D4}"/>
                </a:ext>
              </a:extLst>
            </p:cNvPr>
            <p:cNvSpPr/>
            <p:nvPr/>
          </p:nvSpPr>
          <p:spPr>
            <a:xfrm>
              <a:off x="5356374" y="1654965"/>
              <a:ext cx="2176838" cy="349156"/>
            </a:xfrm>
            <a:prstGeom prst="rect">
              <a:avLst/>
            </a:prstGeom>
            <a:noFill/>
            <a:ln w="38100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rgbClr val="7030A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47FE2CD-AA60-D547-8E92-9B503E1A98DB}"/>
                </a:ext>
              </a:extLst>
            </p:cNvPr>
            <p:cNvSpPr/>
            <p:nvPr/>
          </p:nvSpPr>
          <p:spPr>
            <a:xfrm>
              <a:off x="5356375" y="1281257"/>
              <a:ext cx="2176837" cy="349156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440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7EE9-A8CE-904E-8F2F-B5157E380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 13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2A73B-B358-7640-BBBD-339351B8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26</a:t>
            </a:fld>
            <a:endParaRPr lang="en-GB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5868502-26E1-D147-8A3C-1B7AE6FEC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31921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DB92-219B-E94E-870E-E4545D78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Missing genotype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C937F-92F3-244F-B7C5-BDD1A714B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CH"/>
              <a:t>Most variant callers genotype all samples in one go. But: </a:t>
            </a:r>
          </a:p>
          <a:p>
            <a:pPr lvl="1"/>
            <a:r>
              <a:rPr lang="en-CH" dirty="0"/>
              <a:t>variant calling process can become very </a:t>
            </a:r>
            <a:r>
              <a:rPr lang="en-CH"/>
              <a:t>computationally</a:t>
            </a:r>
            <a:r>
              <a:rPr lang="en-CH" dirty="0"/>
              <a:t> intensive</a:t>
            </a:r>
            <a:endParaRPr lang="en-CH" dirty="0">
              <a:ea typeface="Verdana"/>
            </a:endParaRPr>
          </a:p>
          <a:p>
            <a:pPr lvl="1"/>
            <a:r>
              <a:rPr lang="en-CH"/>
              <a:t>new sample? Redo entire variant call</a:t>
            </a:r>
          </a:p>
          <a:p>
            <a:r>
              <a:rPr lang="en-CH"/>
              <a:t>GATK uses GVCF:</a:t>
            </a:r>
          </a:p>
          <a:p>
            <a:pPr lvl="1"/>
            <a:r>
              <a:rPr lang="en-CH"/>
              <a:t>Store information on non-variant regions</a:t>
            </a:r>
          </a:p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CC62A-B478-8D45-98DE-DEFD8E85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5437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4AA35-24DA-3745-9D50-BBF177B8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Other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10540-ED7F-794E-9AB9-47FD3AB95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b="1" dirty="0">
                <a:latin typeface="+mj-lt"/>
              </a:rPr>
              <a:t>freebayes</a:t>
            </a:r>
            <a:r>
              <a:rPr lang="en-CH" dirty="0"/>
              <a:t>: haplotype-aware variant calling -&gt; good alternative to gatk</a:t>
            </a:r>
          </a:p>
          <a:p>
            <a:r>
              <a:rPr lang="en-CH" b="1" dirty="0">
                <a:latin typeface="+mj-lt"/>
              </a:rPr>
              <a:t>bcftools</a:t>
            </a:r>
            <a:r>
              <a:rPr lang="en-CH" dirty="0"/>
              <a:t>: working with vcfs (part of samtools)</a:t>
            </a:r>
          </a:p>
          <a:p>
            <a:r>
              <a:rPr lang="en-CH" b="1" dirty="0">
                <a:latin typeface="+mj-lt"/>
              </a:rPr>
              <a:t>vcftools</a:t>
            </a:r>
            <a:r>
              <a:rPr lang="en-CH" dirty="0"/>
              <a:t>: working with vcfs</a:t>
            </a:r>
          </a:p>
          <a:p>
            <a:r>
              <a:rPr lang="en-CH" b="1" dirty="0">
                <a:latin typeface="+mj-lt"/>
              </a:rPr>
              <a:t>whatshap</a:t>
            </a:r>
            <a:r>
              <a:rPr lang="en-CH" dirty="0"/>
              <a:t>: haplotyping</a:t>
            </a:r>
          </a:p>
          <a:p>
            <a:r>
              <a:rPr lang="en-CH" b="1" dirty="0">
                <a:latin typeface="+mj-lt"/>
              </a:rPr>
              <a:t>DeepVariant</a:t>
            </a:r>
            <a:r>
              <a:rPr lang="en-CH" dirty="0"/>
              <a:t>: </a:t>
            </a:r>
            <a:r>
              <a:rPr lang="en-US" dirty="0"/>
              <a:t>variant calling in short and long reads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39C27-A131-D945-9697-AA0325E5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3021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826A2-C216-D746-AE10-F33FFABE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GATK workflow</a:t>
            </a:r>
          </a:p>
        </p:txBody>
      </p:sp>
      <p:pic>
        <p:nvPicPr>
          <p:cNvPr id="6" name="Content Placeholder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4FB9174F-F1CD-584D-BF30-F186433F7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4229"/>
            <a:ext cx="7886700" cy="360816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F0170-CE48-5244-81CA-9E6C436C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29</a:t>
            </a:fld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ECF8D-B2B4-C14F-B4A4-415FCC89659E}"/>
              </a:ext>
            </a:extLst>
          </p:cNvPr>
          <p:cNvSpPr/>
          <p:nvPr/>
        </p:nvSpPr>
        <p:spPr>
          <a:xfrm>
            <a:off x="846667" y="2460978"/>
            <a:ext cx="1715911" cy="20094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AD2C7-528B-D240-BB21-F854B7B0F030}"/>
              </a:ext>
            </a:extLst>
          </p:cNvPr>
          <p:cNvSpPr txBox="1"/>
          <p:nvPr/>
        </p:nvSpPr>
        <p:spPr>
          <a:xfrm>
            <a:off x="999066" y="1612772"/>
            <a:ext cx="1411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/>
              <a:t>Yesterday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9F4DA5-C703-154D-B5C3-58683539D93D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H="1" flipV="1">
            <a:off x="1704622" y="1982104"/>
            <a:ext cx="1" cy="4788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7C31C1F-0DAF-474C-8582-C5B1821C7B5D}"/>
              </a:ext>
            </a:extLst>
          </p:cNvPr>
          <p:cNvSpPr txBox="1"/>
          <p:nvPr/>
        </p:nvSpPr>
        <p:spPr>
          <a:xfrm>
            <a:off x="345232" y="6417684"/>
            <a:ext cx="5645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200"/>
              <a:t>image source: </a:t>
            </a:r>
            <a:r>
              <a:rPr lang="en-US" sz="1200" dirty="0"/>
              <a:t>https://</a:t>
            </a:r>
            <a:r>
              <a:rPr lang="en-US" sz="1200" dirty="0" err="1"/>
              <a:t>gatk.broadinstitute.org</a:t>
            </a:r>
            <a:endParaRPr lang="en-CH" sz="1200"/>
          </a:p>
        </p:txBody>
      </p:sp>
    </p:spTree>
    <p:extLst>
      <p:ext uri="{BB962C8B-B14F-4D97-AF65-F5344CB8AC3E}">
        <p14:creationId xmlns:p14="http://schemas.microsoft.com/office/powerpoint/2010/main" val="36750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3891</TotalTime>
  <Words>1714</Words>
  <Application>Microsoft Office PowerPoint</Application>
  <PresentationFormat>On-screen Show (4:3)</PresentationFormat>
  <Paragraphs>270</Paragraphs>
  <Slides>29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Kantoorthema</vt:lpstr>
      <vt:lpstr>NGS – variant analysis  Variant calling </vt:lpstr>
      <vt:lpstr>GATK workflow</vt:lpstr>
      <vt:lpstr>PowerPoint Presentation</vt:lpstr>
      <vt:lpstr>Three important questions</vt:lpstr>
      <vt:lpstr>HaplotypeCaller</vt:lpstr>
      <vt:lpstr>What are the alleles?</vt:lpstr>
      <vt:lpstr>What are the alleles?</vt:lpstr>
      <vt:lpstr>What are the alleles?</vt:lpstr>
      <vt:lpstr>What are the alleles?</vt:lpstr>
      <vt:lpstr>What are the alleles?</vt:lpstr>
      <vt:lpstr>What is the genotype?</vt:lpstr>
      <vt:lpstr>Question 10</vt:lpstr>
      <vt:lpstr>Estimating genotype</vt:lpstr>
      <vt:lpstr>Base quality and error</vt:lpstr>
      <vt:lpstr>Estimating the genotype</vt:lpstr>
      <vt:lpstr>PL and GQ</vt:lpstr>
      <vt:lpstr>Question 11</vt:lpstr>
      <vt:lpstr>Estimating the genotype</vt:lpstr>
      <vt:lpstr>Base quality correction</vt:lpstr>
      <vt:lpstr>BQSR</vt:lpstr>
      <vt:lpstr>vcf</vt:lpstr>
      <vt:lpstr>vcf</vt:lpstr>
      <vt:lpstr>vcf</vt:lpstr>
      <vt:lpstr>Question 12</vt:lpstr>
      <vt:lpstr>PowerPoint Presentation</vt:lpstr>
      <vt:lpstr>Question 13</vt:lpstr>
      <vt:lpstr>Missing genotype problem</vt:lpstr>
      <vt:lpstr>Other software</vt:lpstr>
      <vt:lpstr>GATK 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breeding for postharvest performance in chrysanthemum</dc:title>
  <dc:creator>Geert van Geest</dc:creator>
  <cp:lastModifiedBy>Geert van Geest</cp:lastModifiedBy>
  <cp:revision>658</cp:revision>
  <dcterms:created xsi:type="dcterms:W3CDTF">2016-03-03T14:17:47Z</dcterms:created>
  <dcterms:modified xsi:type="dcterms:W3CDTF">2026-04-09T09:08:38Z</dcterms:modified>
</cp:coreProperties>
</file>